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71" r:id="rId5"/>
    <p:sldId id="275" r:id="rId6"/>
    <p:sldId id="276" r:id="rId7"/>
    <p:sldId id="265" r:id="rId8"/>
    <p:sldId id="270" r:id="rId9"/>
    <p:sldId id="278" r:id="rId10"/>
    <p:sldId id="277" r:id="rId11"/>
    <p:sldId id="281" r:id="rId12"/>
    <p:sldId id="260" r:id="rId13"/>
    <p:sldId id="266" r:id="rId14"/>
    <p:sldId id="267" r:id="rId15"/>
    <p:sldId id="262" r:id="rId16"/>
    <p:sldId id="279" r:id="rId17"/>
    <p:sldId id="261" r:id="rId18"/>
    <p:sldId id="264" r:id="rId19"/>
    <p:sldId id="280" r:id="rId20"/>
    <p:sldId id="272" r:id="rId21"/>
    <p:sldId id="285" r:id="rId22"/>
    <p:sldId id="282" r:id="rId23"/>
    <p:sldId id="274" r:id="rId24"/>
    <p:sldId id="273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8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1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8549E5-2A97-441C-87C6-0CE6C32D436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4125BE-A6BA-4906-A2F7-A72B7E893D4D}">
      <dgm:prSet phldrT="[Text]" phldr="0"/>
      <dgm:spPr/>
      <dgm:t>
        <a:bodyPr/>
        <a:lstStyle/>
        <a:p>
          <a:r>
            <a:rPr lang="en-US" dirty="0"/>
            <a:t>Real-Time Scheduling</a:t>
          </a:r>
        </a:p>
      </dgm:t>
    </dgm:pt>
    <dgm:pt modelId="{E6A00605-30AA-4AAC-85F0-B6F88CB5C168}" type="parTrans" cxnId="{ED836665-452E-4C8E-9A27-D36C26ED9CC6}">
      <dgm:prSet/>
      <dgm:spPr/>
      <dgm:t>
        <a:bodyPr/>
        <a:lstStyle/>
        <a:p>
          <a:endParaRPr lang="en-US"/>
        </a:p>
      </dgm:t>
    </dgm:pt>
    <dgm:pt modelId="{BA9D4952-6BB2-424F-868F-3E3AB1053A0F}" type="sibTrans" cxnId="{ED836665-452E-4C8E-9A27-D36C26ED9CC6}">
      <dgm:prSet/>
      <dgm:spPr/>
      <dgm:t>
        <a:bodyPr/>
        <a:lstStyle/>
        <a:p>
          <a:endParaRPr lang="en-US"/>
        </a:p>
      </dgm:t>
    </dgm:pt>
    <dgm:pt modelId="{CF99985E-4F42-43A2-8F45-FE6C70E30302}">
      <dgm:prSet phldrT="[Text]" phldr="0"/>
      <dgm:spPr/>
      <dgm:t>
        <a:bodyPr/>
        <a:lstStyle/>
        <a:p>
          <a:r>
            <a:rPr lang="en-US" dirty="0"/>
            <a:t>Online Scheduling</a:t>
          </a:r>
        </a:p>
      </dgm:t>
    </dgm:pt>
    <dgm:pt modelId="{1DA19FA2-244B-4EC9-8613-437FA667F123}" type="parTrans" cxnId="{CFA9E910-0473-4A89-98B3-8EE3F7523E78}">
      <dgm:prSet/>
      <dgm:spPr/>
      <dgm:t>
        <a:bodyPr/>
        <a:lstStyle/>
        <a:p>
          <a:endParaRPr lang="en-US"/>
        </a:p>
      </dgm:t>
    </dgm:pt>
    <dgm:pt modelId="{85D1A1CA-292D-4419-9401-1DAD933DF607}" type="sibTrans" cxnId="{CFA9E910-0473-4A89-98B3-8EE3F7523E78}">
      <dgm:prSet/>
      <dgm:spPr/>
      <dgm:t>
        <a:bodyPr/>
        <a:lstStyle/>
        <a:p>
          <a:endParaRPr lang="en-US"/>
        </a:p>
      </dgm:t>
    </dgm:pt>
    <dgm:pt modelId="{C595DED8-818E-4EA2-8CC9-868B1C35D41A}">
      <dgm:prSet phldrT="[Text]" phldr="0"/>
      <dgm:spPr/>
      <dgm:t>
        <a:bodyPr/>
        <a:lstStyle/>
        <a:p>
          <a:r>
            <a:rPr lang="en-US" dirty="0"/>
            <a:t>Static Priority Scheduling</a:t>
          </a:r>
        </a:p>
      </dgm:t>
    </dgm:pt>
    <dgm:pt modelId="{8E3EABB3-8DAB-42C3-8338-C8A5BB393988}" type="parTrans" cxnId="{3CA23ECC-8D86-4653-A5D7-5CEEC10820D6}">
      <dgm:prSet/>
      <dgm:spPr/>
      <dgm:t>
        <a:bodyPr/>
        <a:lstStyle/>
        <a:p>
          <a:endParaRPr lang="en-US"/>
        </a:p>
      </dgm:t>
    </dgm:pt>
    <dgm:pt modelId="{1DCFB470-0302-471F-B87C-E51A4F6D649A}" type="sibTrans" cxnId="{3CA23ECC-8D86-4653-A5D7-5CEEC10820D6}">
      <dgm:prSet/>
      <dgm:spPr/>
      <dgm:t>
        <a:bodyPr/>
        <a:lstStyle/>
        <a:p>
          <a:endParaRPr lang="en-US"/>
        </a:p>
      </dgm:t>
    </dgm:pt>
    <dgm:pt modelId="{8B2ADED0-11E0-4D42-8C76-F413EA9A3AF1}">
      <dgm:prSet phldrT="[Text]" phldr="0"/>
      <dgm:spPr/>
      <dgm:t>
        <a:bodyPr/>
        <a:lstStyle/>
        <a:p>
          <a:r>
            <a:rPr lang="en-US" dirty="0"/>
            <a:t>Dynamic Priority Scheduling</a:t>
          </a:r>
        </a:p>
      </dgm:t>
    </dgm:pt>
    <dgm:pt modelId="{49DC55DF-AA35-4894-AC2F-7DEF37819831}" type="parTrans" cxnId="{15AFD908-8DC6-445E-A814-1F4F6B1CB742}">
      <dgm:prSet/>
      <dgm:spPr/>
      <dgm:t>
        <a:bodyPr/>
        <a:lstStyle/>
        <a:p>
          <a:endParaRPr lang="en-US"/>
        </a:p>
      </dgm:t>
    </dgm:pt>
    <dgm:pt modelId="{683427BC-C688-488E-8D20-BBBBDC153D18}" type="sibTrans" cxnId="{15AFD908-8DC6-445E-A814-1F4F6B1CB742}">
      <dgm:prSet/>
      <dgm:spPr/>
      <dgm:t>
        <a:bodyPr/>
        <a:lstStyle/>
        <a:p>
          <a:endParaRPr lang="en-US"/>
        </a:p>
      </dgm:t>
    </dgm:pt>
    <dgm:pt modelId="{EE718C9B-CC62-4AF2-9891-DFDA57250C43}">
      <dgm:prSet phldrT="[Text]" phldr="0"/>
      <dgm:spPr/>
      <dgm:t>
        <a:bodyPr/>
        <a:lstStyle/>
        <a:p>
          <a:r>
            <a:rPr lang="en-US" dirty="0"/>
            <a:t>Offline Scheduling</a:t>
          </a:r>
        </a:p>
      </dgm:t>
    </dgm:pt>
    <dgm:pt modelId="{CEE1E5E3-B34F-4E82-B89A-7A21B53F1235}" type="parTrans" cxnId="{BA121417-646A-47F1-A0E0-EF0A15878C2F}">
      <dgm:prSet/>
      <dgm:spPr/>
      <dgm:t>
        <a:bodyPr/>
        <a:lstStyle/>
        <a:p>
          <a:endParaRPr lang="en-US"/>
        </a:p>
      </dgm:t>
    </dgm:pt>
    <dgm:pt modelId="{6BD49B13-0890-4EF8-9C7F-329030A28214}" type="sibTrans" cxnId="{BA121417-646A-47F1-A0E0-EF0A15878C2F}">
      <dgm:prSet/>
      <dgm:spPr/>
      <dgm:t>
        <a:bodyPr/>
        <a:lstStyle/>
        <a:p>
          <a:endParaRPr lang="en-US"/>
        </a:p>
      </dgm:t>
    </dgm:pt>
    <dgm:pt modelId="{2BC1D59E-7340-4157-B4AF-E1026A92DEC3}">
      <dgm:prSet phldrT="[Text]" phldr="0"/>
      <dgm:spPr/>
      <dgm:t>
        <a:bodyPr/>
        <a:lstStyle/>
        <a:p>
          <a:r>
            <a:rPr lang="en-US" dirty="0"/>
            <a:t>Clock-Driven Scheduling</a:t>
          </a:r>
        </a:p>
      </dgm:t>
    </dgm:pt>
    <dgm:pt modelId="{4D1EE4DC-65DD-4148-9176-58E1C4E6EFDF}" type="parTrans" cxnId="{D57A3084-D302-4FAE-9CB2-D514351DF17F}">
      <dgm:prSet/>
      <dgm:spPr/>
      <dgm:t>
        <a:bodyPr/>
        <a:lstStyle/>
        <a:p>
          <a:endParaRPr lang="en-US"/>
        </a:p>
      </dgm:t>
    </dgm:pt>
    <dgm:pt modelId="{966E6170-E36F-4C68-AE4B-C0F83E89816B}" type="sibTrans" cxnId="{D57A3084-D302-4FAE-9CB2-D514351DF17F}">
      <dgm:prSet/>
      <dgm:spPr/>
      <dgm:t>
        <a:bodyPr/>
        <a:lstStyle/>
        <a:p>
          <a:endParaRPr lang="en-US"/>
        </a:p>
      </dgm:t>
    </dgm:pt>
    <dgm:pt modelId="{0A415E6B-7106-4F25-BA23-E47305CC91CD}">
      <dgm:prSet phldrT="[Text]" phldr="0"/>
      <dgm:spPr/>
      <dgm:t>
        <a:bodyPr/>
        <a:lstStyle/>
        <a:p>
          <a:r>
            <a:rPr lang="en-US"/>
            <a:t>Rate Monotonic Scheduling</a:t>
          </a:r>
          <a:endParaRPr lang="en-US" dirty="0"/>
        </a:p>
      </dgm:t>
    </dgm:pt>
    <dgm:pt modelId="{A4A93765-CA6F-48FD-BBD7-0C839696E602}" type="parTrans" cxnId="{022B0F55-B508-40BD-A956-E022DE7289A5}">
      <dgm:prSet/>
      <dgm:spPr/>
      <dgm:t>
        <a:bodyPr/>
        <a:lstStyle/>
        <a:p>
          <a:endParaRPr lang="en-US"/>
        </a:p>
      </dgm:t>
    </dgm:pt>
    <dgm:pt modelId="{09CFBF3A-FF56-4B69-8040-7826AC1A5D6E}" type="sibTrans" cxnId="{022B0F55-B508-40BD-A956-E022DE7289A5}">
      <dgm:prSet/>
      <dgm:spPr/>
      <dgm:t>
        <a:bodyPr/>
        <a:lstStyle/>
        <a:p>
          <a:endParaRPr lang="en-US"/>
        </a:p>
      </dgm:t>
    </dgm:pt>
    <dgm:pt modelId="{77C10766-CD76-4A10-AEFE-62FDC89C09C4}">
      <dgm:prSet phldrT="[Text]" phldr="0"/>
      <dgm:spPr/>
      <dgm:t>
        <a:bodyPr/>
        <a:lstStyle/>
        <a:p>
          <a:r>
            <a:rPr lang="en-US" dirty="0"/>
            <a:t>Deadline Monotonic Scheduling</a:t>
          </a:r>
        </a:p>
      </dgm:t>
    </dgm:pt>
    <dgm:pt modelId="{CB5562D5-476C-4130-92EC-B587BD35AF84}" type="parTrans" cxnId="{731E0E73-A79D-4E58-8D42-78C9F9C2104A}">
      <dgm:prSet/>
      <dgm:spPr/>
      <dgm:t>
        <a:bodyPr/>
        <a:lstStyle/>
        <a:p>
          <a:endParaRPr lang="en-US"/>
        </a:p>
      </dgm:t>
    </dgm:pt>
    <dgm:pt modelId="{C2C21362-3E6F-48F2-A0F8-15E95AE8FAAC}" type="sibTrans" cxnId="{731E0E73-A79D-4E58-8D42-78C9F9C2104A}">
      <dgm:prSet/>
      <dgm:spPr/>
      <dgm:t>
        <a:bodyPr/>
        <a:lstStyle/>
        <a:p>
          <a:endParaRPr lang="en-US"/>
        </a:p>
      </dgm:t>
    </dgm:pt>
    <dgm:pt modelId="{AB9B42A8-0691-4F80-A90B-03F58347D263}">
      <dgm:prSet phldrT="[Text]" phldr="0"/>
      <dgm:spPr/>
      <dgm:t>
        <a:bodyPr/>
        <a:lstStyle/>
        <a:p>
          <a:r>
            <a:rPr lang="en-US"/>
            <a:t>Earliest Deadline First</a:t>
          </a:r>
          <a:endParaRPr lang="en-US" dirty="0"/>
        </a:p>
      </dgm:t>
    </dgm:pt>
    <dgm:pt modelId="{E7836C0A-7A69-4807-944B-61B01B932321}" type="parTrans" cxnId="{169F64DB-3BF6-482E-819E-DEDB2827DF10}">
      <dgm:prSet/>
      <dgm:spPr/>
      <dgm:t>
        <a:bodyPr/>
        <a:lstStyle/>
        <a:p>
          <a:endParaRPr lang="en-US"/>
        </a:p>
      </dgm:t>
    </dgm:pt>
    <dgm:pt modelId="{0EFC3A4E-1253-4064-9774-F52430BA53F6}" type="sibTrans" cxnId="{169F64DB-3BF6-482E-819E-DEDB2827DF10}">
      <dgm:prSet/>
      <dgm:spPr/>
      <dgm:t>
        <a:bodyPr/>
        <a:lstStyle/>
        <a:p>
          <a:endParaRPr lang="en-US"/>
        </a:p>
      </dgm:t>
    </dgm:pt>
    <dgm:pt modelId="{E0FE6E00-8936-4BE2-A756-CE4D3685CC33}">
      <dgm:prSet phldrT="[Text]" phldr="0"/>
      <dgm:spPr/>
      <dgm:t>
        <a:bodyPr/>
        <a:lstStyle/>
        <a:p>
          <a:r>
            <a:rPr lang="en-US" dirty="0"/>
            <a:t>Least Laxity First</a:t>
          </a:r>
        </a:p>
      </dgm:t>
    </dgm:pt>
    <dgm:pt modelId="{DC599332-54EB-4A97-A1DB-25A0C4AB324F}" type="parTrans" cxnId="{DB198A4B-5880-4442-A716-755B7C5ECB3E}">
      <dgm:prSet/>
      <dgm:spPr/>
      <dgm:t>
        <a:bodyPr/>
        <a:lstStyle/>
        <a:p>
          <a:endParaRPr lang="en-US"/>
        </a:p>
      </dgm:t>
    </dgm:pt>
    <dgm:pt modelId="{0D0A2231-C8D2-438F-AF76-AE0C1234E26B}" type="sibTrans" cxnId="{DB198A4B-5880-4442-A716-755B7C5ECB3E}">
      <dgm:prSet/>
      <dgm:spPr/>
      <dgm:t>
        <a:bodyPr/>
        <a:lstStyle/>
        <a:p>
          <a:endParaRPr lang="en-US"/>
        </a:p>
      </dgm:t>
    </dgm:pt>
    <dgm:pt modelId="{B7462A5D-92AB-467D-AD08-47033739E588}" type="pres">
      <dgm:prSet presAssocID="{E48549E5-2A97-441C-87C6-0CE6C32D436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3C83147-3114-473C-8D2A-9D4BC154E497}" type="pres">
      <dgm:prSet presAssocID="{2E4125BE-A6BA-4906-A2F7-A72B7E893D4D}" presName="hierRoot1" presStyleCnt="0"/>
      <dgm:spPr/>
    </dgm:pt>
    <dgm:pt modelId="{A41ABE8D-F3ED-4A5E-BD60-096241FEFE95}" type="pres">
      <dgm:prSet presAssocID="{2E4125BE-A6BA-4906-A2F7-A72B7E893D4D}" presName="composite" presStyleCnt="0"/>
      <dgm:spPr/>
    </dgm:pt>
    <dgm:pt modelId="{B1EF5354-C057-413F-9ACD-345441A566BB}" type="pres">
      <dgm:prSet presAssocID="{2E4125BE-A6BA-4906-A2F7-A72B7E893D4D}" presName="background" presStyleLbl="node0" presStyleIdx="0" presStyleCnt="1"/>
      <dgm:spPr/>
    </dgm:pt>
    <dgm:pt modelId="{63A736A0-BB20-427D-9D84-5F4CE03FE7E5}" type="pres">
      <dgm:prSet presAssocID="{2E4125BE-A6BA-4906-A2F7-A72B7E893D4D}" presName="text" presStyleLbl="fgAcc0" presStyleIdx="0" presStyleCnt="1">
        <dgm:presLayoutVars>
          <dgm:chPref val="3"/>
        </dgm:presLayoutVars>
      </dgm:prSet>
      <dgm:spPr/>
    </dgm:pt>
    <dgm:pt modelId="{1969E200-5954-4823-A32E-EF9D41578219}" type="pres">
      <dgm:prSet presAssocID="{2E4125BE-A6BA-4906-A2F7-A72B7E893D4D}" presName="hierChild2" presStyleCnt="0"/>
      <dgm:spPr/>
    </dgm:pt>
    <dgm:pt modelId="{9C7BD146-DDFD-497C-9BE4-2C33E09631A4}" type="pres">
      <dgm:prSet presAssocID="{1DA19FA2-244B-4EC9-8613-437FA667F123}" presName="Name10" presStyleLbl="parChTrans1D2" presStyleIdx="0" presStyleCnt="2"/>
      <dgm:spPr/>
    </dgm:pt>
    <dgm:pt modelId="{CFC145B7-FED2-4F71-BD3C-5BCF699D4DFD}" type="pres">
      <dgm:prSet presAssocID="{CF99985E-4F42-43A2-8F45-FE6C70E30302}" presName="hierRoot2" presStyleCnt="0"/>
      <dgm:spPr/>
    </dgm:pt>
    <dgm:pt modelId="{8338C6D4-551E-4CEE-9CAC-B583A830AC2B}" type="pres">
      <dgm:prSet presAssocID="{CF99985E-4F42-43A2-8F45-FE6C70E30302}" presName="composite2" presStyleCnt="0"/>
      <dgm:spPr/>
    </dgm:pt>
    <dgm:pt modelId="{43E6C6BA-ADEA-4313-A653-BFA55D46CCDC}" type="pres">
      <dgm:prSet presAssocID="{CF99985E-4F42-43A2-8F45-FE6C70E30302}" presName="background2" presStyleLbl="node2" presStyleIdx="0" presStyleCnt="2"/>
      <dgm:spPr/>
    </dgm:pt>
    <dgm:pt modelId="{BC54DB15-7AE9-4D22-9C47-4947E9638CBA}" type="pres">
      <dgm:prSet presAssocID="{CF99985E-4F42-43A2-8F45-FE6C70E30302}" presName="text2" presStyleLbl="fgAcc2" presStyleIdx="0" presStyleCnt="2">
        <dgm:presLayoutVars>
          <dgm:chPref val="3"/>
        </dgm:presLayoutVars>
      </dgm:prSet>
      <dgm:spPr/>
    </dgm:pt>
    <dgm:pt modelId="{BB94ECB3-1139-49B4-A4D0-59B0126DCCFC}" type="pres">
      <dgm:prSet presAssocID="{CF99985E-4F42-43A2-8F45-FE6C70E30302}" presName="hierChild3" presStyleCnt="0"/>
      <dgm:spPr/>
    </dgm:pt>
    <dgm:pt modelId="{BA8A88E7-D29F-4A11-9C27-95F652BF60F4}" type="pres">
      <dgm:prSet presAssocID="{8E3EABB3-8DAB-42C3-8338-C8A5BB393988}" presName="Name17" presStyleLbl="parChTrans1D3" presStyleIdx="0" presStyleCnt="3"/>
      <dgm:spPr/>
    </dgm:pt>
    <dgm:pt modelId="{7DCD283F-7243-4EF0-A0D3-F82D59D67F41}" type="pres">
      <dgm:prSet presAssocID="{C595DED8-818E-4EA2-8CC9-868B1C35D41A}" presName="hierRoot3" presStyleCnt="0"/>
      <dgm:spPr/>
    </dgm:pt>
    <dgm:pt modelId="{CBB4F7EA-4D5F-4A96-BE63-D7730F3876DD}" type="pres">
      <dgm:prSet presAssocID="{C595DED8-818E-4EA2-8CC9-868B1C35D41A}" presName="composite3" presStyleCnt="0"/>
      <dgm:spPr/>
    </dgm:pt>
    <dgm:pt modelId="{9064F7D2-EC5C-4BF8-AEE9-AF022EA10E1B}" type="pres">
      <dgm:prSet presAssocID="{C595DED8-818E-4EA2-8CC9-868B1C35D41A}" presName="background3" presStyleLbl="node3" presStyleIdx="0" presStyleCnt="3"/>
      <dgm:spPr/>
    </dgm:pt>
    <dgm:pt modelId="{F6483742-2734-45E8-A4FF-33BE1829AA8E}" type="pres">
      <dgm:prSet presAssocID="{C595DED8-818E-4EA2-8CC9-868B1C35D41A}" presName="text3" presStyleLbl="fgAcc3" presStyleIdx="0" presStyleCnt="3">
        <dgm:presLayoutVars>
          <dgm:chPref val="3"/>
        </dgm:presLayoutVars>
      </dgm:prSet>
      <dgm:spPr/>
    </dgm:pt>
    <dgm:pt modelId="{09273020-D0A6-498E-95A2-284B79A2FA7D}" type="pres">
      <dgm:prSet presAssocID="{C595DED8-818E-4EA2-8CC9-868B1C35D41A}" presName="hierChild4" presStyleCnt="0"/>
      <dgm:spPr/>
    </dgm:pt>
    <dgm:pt modelId="{9FFE2307-B31A-4F54-B481-DA80C59F340B}" type="pres">
      <dgm:prSet presAssocID="{A4A93765-CA6F-48FD-BBD7-0C839696E602}" presName="Name23" presStyleLbl="parChTrans1D4" presStyleIdx="0" presStyleCnt="4"/>
      <dgm:spPr/>
    </dgm:pt>
    <dgm:pt modelId="{0565E3AF-D0DE-4C5D-BFC4-429BC6E3A48C}" type="pres">
      <dgm:prSet presAssocID="{0A415E6B-7106-4F25-BA23-E47305CC91CD}" presName="hierRoot4" presStyleCnt="0"/>
      <dgm:spPr/>
    </dgm:pt>
    <dgm:pt modelId="{6466591F-D9D2-41F7-97E7-11198365495B}" type="pres">
      <dgm:prSet presAssocID="{0A415E6B-7106-4F25-BA23-E47305CC91CD}" presName="composite4" presStyleCnt="0"/>
      <dgm:spPr/>
    </dgm:pt>
    <dgm:pt modelId="{6EC45DCB-3584-4741-ABD7-AD346679C888}" type="pres">
      <dgm:prSet presAssocID="{0A415E6B-7106-4F25-BA23-E47305CC91CD}" presName="background4" presStyleLbl="node4" presStyleIdx="0" presStyleCnt="4"/>
      <dgm:spPr/>
    </dgm:pt>
    <dgm:pt modelId="{1C263B8B-37A5-4E7F-A9A9-CBDD0FAB1A2D}" type="pres">
      <dgm:prSet presAssocID="{0A415E6B-7106-4F25-BA23-E47305CC91CD}" presName="text4" presStyleLbl="fgAcc4" presStyleIdx="0" presStyleCnt="4">
        <dgm:presLayoutVars>
          <dgm:chPref val="3"/>
        </dgm:presLayoutVars>
      </dgm:prSet>
      <dgm:spPr/>
    </dgm:pt>
    <dgm:pt modelId="{B39F8E48-05DD-4884-834F-98933A7EA1F6}" type="pres">
      <dgm:prSet presAssocID="{0A415E6B-7106-4F25-BA23-E47305CC91CD}" presName="hierChild5" presStyleCnt="0"/>
      <dgm:spPr/>
    </dgm:pt>
    <dgm:pt modelId="{8D16D33D-C396-45CD-8F79-9BA28CF3F408}" type="pres">
      <dgm:prSet presAssocID="{CB5562D5-476C-4130-92EC-B587BD35AF84}" presName="Name23" presStyleLbl="parChTrans1D4" presStyleIdx="1" presStyleCnt="4"/>
      <dgm:spPr/>
    </dgm:pt>
    <dgm:pt modelId="{74F10A78-62A0-4D14-9BBF-6AEAEC360C8C}" type="pres">
      <dgm:prSet presAssocID="{77C10766-CD76-4A10-AEFE-62FDC89C09C4}" presName="hierRoot4" presStyleCnt="0"/>
      <dgm:spPr/>
    </dgm:pt>
    <dgm:pt modelId="{E012369C-C48E-4A49-9E30-AECA901C1B79}" type="pres">
      <dgm:prSet presAssocID="{77C10766-CD76-4A10-AEFE-62FDC89C09C4}" presName="composite4" presStyleCnt="0"/>
      <dgm:spPr/>
    </dgm:pt>
    <dgm:pt modelId="{3BE8B055-A954-4378-AFC2-72B5F2918F1A}" type="pres">
      <dgm:prSet presAssocID="{77C10766-CD76-4A10-AEFE-62FDC89C09C4}" presName="background4" presStyleLbl="node4" presStyleIdx="1" presStyleCnt="4"/>
      <dgm:spPr/>
    </dgm:pt>
    <dgm:pt modelId="{134514F4-B0B2-4251-A150-D1F0C64CE07B}" type="pres">
      <dgm:prSet presAssocID="{77C10766-CD76-4A10-AEFE-62FDC89C09C4}" presName="text4" presStyleLbl="fgAcc4" presStyleIdx="1" presStyleCnt="4">
        <dgm:presLayoutVars>
          <dgm:chPref val="3"/>
        </dgm:presLayoutVars>
      </dgm:prSet>
      <dgm:spPr/>
    </dgm:pt>
    <dgm:pt modelId="{5B4CFDCA-8375-4E97-AC12-09AF182176BD}" type="pres">
      <dgm:prSet presAssocID="{77C10766-CD76-4A10-AEFE-62FDC89C09C4}" presName="hierChild5" presStyleCnt="0"/>
      <dgm:spPr/>
    </dgm:pt>
    <dgm:pt modelId="{4045C4D7-4FF3-4FEC-9E47-15F4A5A143A2}" type="pres">
      <dgm:prSet presAssocID="{49DC55DF-AA35-4894-AC2F-7DEF37819831}" presName="Name17" presStyleLbl="parChTrans1D3" presStyleIdx="1" presStyleCnt="3"/>
      <dgm:spPr/>
    </dgm:pt>
    <dgm:pt modelId="{1B7338D5-B23C-4A79-A40D-0330FB78CAAC}" type="pres">
      <dgm:prSet presAssocID="{8B2ADED0-11E0-4D42-8C76-F413EA9A3AF1}" presName="hierRoot3" presStyleCnt="0"/>
      <dgm:spPr/>
    </dgm:pt>
    <dgm:pt modelId="{F474827D-4B02-4C05-8A06-06C7750C8DAC}" type="pres">
      <dgm:prSet presAssocID="{8B2ADED0-11E0-4D42-8C76-F413EA9A3AF1}" presName="composite3" presStyleCnt="0"/>
      <dgm:spPr/>
    </dgm:pt>
    <dgm:pt modelId="{F209A261-EEBA-4135-92FE-D9219080189F}" type="pres">
      <dgm:prSet presAssocID="{8B2ADED0-11E0-4D42-8C76-F413EA9A3AF1}" presName="background3" presStyleLbl="node3" presStyleIdx="1" presStyleCnt="3"/>
      <dgm:spPr/>
    </dgm:pt>
    <dgm:pt modelId="{DF94C48C-8EBE-47EC-9E54-66518041AAB1}" type="pres">
      <dgm:prSet presAssocID="{8B2ADED0-11E0-4D42-8C76-F413EA9A3AF1}" presName="text3" presStyleLbl="fgAcc3" presStyleIdx="1" presStyleCnt="3">
        <dgm:presLayoutVars>
          <dgm:chPref val="3"/>
        </dgm:presLayoutVars>
      </dgm:prSet>
      <dgm:spPr/>
    </dgm:pt>
    <dgm:pt modelId="{41356463-CF04-4BF5-AE3E-9EE211EB1E13}" type="pres">
      <dgm:prSet presAssocID="{8B2ADED0-11E0-4D42-8C76-F413EA9A3AF1}" presName="hierChild4" presStyleCnt="0"/>
      <dgm:spPr/>
    </dgm:pt>
    <dgm:pt modelId="{D4F87BD5-719D-4823-8865-B9F75CD2A23A}" type="pres">
      <dgm:prSet presAssocID="{E7836C0A-7A69-4807-944B-61B01B932321}" presName="Name23" presStyleLbl="parChTrans1D4" presStyleIdx="2" presStyleCnt="4"/>
      <dgm:spPr/>
    </dgm:pt>
    <dgm:pt modelId="{B3512F37-1F39-4F9E-A265-2E688DD4D746}" type="pres">
      <dgm:prSet presAssocID="{AB9B42A8-0691-4F80-A90B-03F58347D263}" presName="hierRoot4" presStyleCnt="0"/>
      <dgm:spPr/>
    </dgm:pt>
    <dgm:pt modelId="{DEDF3BFE-F3A4-4BA0-AB74-54B158F14730}" type="pres">
      <dgm:prSet presAssocID="{AB9B42A8-0691-4F80-A90B-03F58347D263}" presName="composite4" presStyleCnt="0"/>
      <dgm:spPr/>
    </dgm:pt>
    <dgm:pt modelId="{F267E5AA-B215-40AB-BC8F-255253F67F0F}" type="pres">
      <dgm:prSet presAssocID="{AB9B42A8-0691-4F80-A90B-03F58347D263}" presName="background4" presStyleLbl="node4" presStyleIdx="2" presStyleCnt="4"/>
      <dgm:spPr/>
    </dgm:pt>
    <dgm:pt modelId="{D51E11CC-6990-4A5B-B6D3-2F504AE65573}" type="pres">
      <dgm:prSet presAssocID="{AB9B42A8-0691-4F80-A90B-03F58347D263}" presName="text4" presStyleLbl="fgAcc4" presStyleIdx="2" presStyleCnt="4">
        <dgm:presLayoutVars>
          <dgm:chPref val="3"/>
        </dgm:presLayoutVars>
      </dgm:prSet>
      <dgm:spPr/>
    </dgm:pt>
    <dgm:pt modelId="{5BA17AE9-2875-4CE5-A79A-F96BF34D996C}" type="pres">
      <dgm:prSet presAssocID="{AB9B42A8-0691-4F80-A90B-03F58347D263}" presName="hierChild5" presStyleCnt="0"/>
      <dgm:spPr/>
    </dgm:pt>
    <dgm:pt modelId="{EE29C68D-1153-443E-A2DF-B4E5E10D3200}" type="pres">
      <dgm:prSet presAssocID="{DC599332-54EB-4A97-A1DB-25A0C4AB324F}" presName="Name23" presStyleLbl="parChTrans1D4" presStyleIdx="3" presStyleCnt="4"/>
      <dgm:spPr/>
    </dgm:pt>
    <dgm:pt modelId="{90C0B829-600E-4C36-9593-535DD64249C8}" type="pres">
      <dgm:prSet presAssocID="{E0FE6E00-8936-4BE2-A756-CE4D3685CC33}" presName="hierRoot4" presStyleCnt="0"/>
      <dgm:spPr/>
    </dgm:pt>
    <dgm:pt modelId="{A1715225-E2C6-496D-BDFF-CC2C1F11679D}" type="pres">
      <dgm:prSet presAssocID="{E0FE6E00-8936-4BE2-A756-CE4D3685CC33}" presName="composite4" presStyleCnt="0"/>
      <dgm:spPr/>
    </dgm:pt>
    <dgm:pt modelId="{4AB5FB84-73A7-4E76-A322-B4750208465D}" type="pres">
      <dgm:prSet presAssocID="{E0FE6E00-8936-4BE2-A756-CE4D3685CC33}" presName="background4" presStyleLbl="node4" presStyleIdx="3" presStyleCnt="4"/>
      <dgm:spPr/>
    </dgm:pt>
    <dgm:pt modelId="{274426CE-8C6B-4C06-8D9F-AD29535EB357}" type="pres">
      <dgm:prSet presAssocID="{E0FE6E00-8936-4BE2-A756-CE4D3685CC33}" presName="text4" presStyleLbl="fgAcc4" presStyleIdx="3" presStyleCnt="4">
        <dgm:presLayoutVars>
          <dgm:chPref val="3"/>
        </dgm:presLayoutVars>
      </dgm:prSet>
      <dgm:spPr/>
    </dgm:pt>
    <dgm:pt modelId="{A3DDBF33-CD88-4C3F-99D3-0E0D5AF42649}" type="pres">
      <dgm:prSet presAssocID="{E0FE6E00-8936-4BE2-A756-CE4D3685CC33}" presName="hierChild5" presStyleCnt="0"/>
      <dgm:spPr/>
    </dgm:pt>
    <dgm:pt modelId="{F9142989-0EA0-4053-8907-9726FCB10EEB}" type="pres">
      <dgm:prSet presAssocID="{CEE1E5E3-B34F-4E82-B89A-7A21B53F1235}" presName="Name10" presStyleLbl="parChTrans1D2" presStyleIdx="1" presStyleCnt="2"/>
      <dgm:spPr/>
    </dgm:pt>
    <dgm:pt modelId="{C9EB4DAB-4F4F-43B4-B3D6-65D692135CB9}" type="pres">
      <dgm:prSet presAssocID="{EE718C9B-CC62-4AF2-9891-DFDA57250C43}" presName="hierRoot2" presStyleCnt="0"/>
      <dgm:spPr/>
    </dgm:pt>
    <dgm:pt modelId="{326FC2D8-31BD-49E3-B128-B4A7DF221E50}" type="pres">
      <dgm:prSet presAssocID="{EE718C9B-CC62-4AF2-9891-DFDA57250C43}" presName="composite2" presStyleCnt="0"/>
      <dgm:spPr/>
    </dgm:pt>
    <dgm:pt modelId="{FECAC772-F430-4702-8423-03CA16B00BB2}" type="pres">
      <dgm:prSet presAssocID="{EE718C9B-CC62-4AF2-9891-DFDA57250C43}" presName="background2" presStyleLbl="node2" presStyleIdx="1" presStyleCnt="2"/>
      <dgm:spPr/>
    </dgm:pt>
    <dgm:pt modelId="{0AC1B9E4-2B2C-4D92-AB9C-A5FD2266831D}" type="pres">
      <dgm:prSet presAssocID="{EE718C9B-CC62-4AF2-9891-DFDA57250C43}" presName="text2" presStyleLbl="fgAcc2" presStyleIdx="1" presStyleCnt="2" custLinFactNeighborX="70913">
        <dgm:presLayoutVars>
          <dgm:chPref val="3"/>
        </dgm:presLayoutVars>
      </dgm:prSet>
      <dgm:spPr/>
    </dgm:pt>
    <dgm:pt modelId="{581D27EF-043A-4BDE-9629-26ED5D87C17E}" type="pres">
      <dgm:prSet presAssocID="{EE718C9B-CC62-4AF2-9891-DFDA57250C43}" presName="hierChild3" presStyleCnt="0"/>
      <dgm:spPr/>
    </dgm:pt>
    <dgm:pt modelId="{2A2E2345-0942-4BF1-A5C7-25B092B4A4EA}" type="pres">
      <dgm:prSet presAssocID="{4D1EE4DC-65DD-4148-9176-58E1C4E6EFDF}" presName="Name17" presStyleLbl="parChTrans1D3" presStyleIdx="2" presStyleCnt="3"/>
      <dgm:spPr/>
    </dgm:pt>
    <dgm:pt modelId="{135C316D-DA7B-4507-8D99-44C5E7144C88}" type="pres">
      <dgm:prSet presAssocID="{2BC1D59E-7340-4157-B4AF-E1026A92DEC3}" presName="hierRoot3" presStyleCnt="0"/>
      <dgm:spPr/>
    </dgm:pt>
    <dgm:pt modelId="{3B6541BC-1666-4080-94C9-3F0D23F72713}" type="pres">
      <dgm:prSet presAssocID="{2BC1D59E-7340-4157-B4AF-E1026A92DEC3}" presName="composite3" presStyleCnt="0"/>
      <dgm:spPr/>
    </dgm:pt>
    <dgm:pt modelId="{91F7A968-7722-407A-B09E-B990195F65AB}" type="pres">
      <dgm:prSet presAssocID="{2BC1D59E-7340-4157-B4AF-E1026A92DEC3}" presName="background3" presStyleLbl="node3" presStyleIdx="2" presStyleCnt="3"/>
      <dgm:spPr/>
    </dgm:pt>
    <dgm:pt modelId="{4FFED9DF-9083-420F-89D6-276B0F250636}" type="pres">
      <dgm:prSet presAssocID="{2BC1D59E-7340-4157-B4AF-E1026A92DEC3}" presName="text3" presStyleLbl="fgAcc3" presStyleIdx="2" presStyleCnt="3" custLinFactNeighborX="70913">
        <dgm:presLayoutVars>
          <dgm:chPref val="3"/>
        </dgm:presLayoutVars>
      </dgm:prSet>
      <dgm:spPr/>
    </dgm:pt>
    <dgm:pt modelId="{EB88D8B7-F7EC-45DC-ACD5-8BE38807962D}" type="pres">
      <dgm:prSet presAssocID="{2BC1D59E-7340-4157-B4AF-E1026A92DEC3}" presName="hierChild4" presStyleCnt="0"/>
      <dgm:spPr/>
    </dgm:pt>
  </dgm:ptLst>
  <dgm:cxnLst>
    <dgm:cxn modelId="{15AFD908-8DC6-445E-A814-1F4F6B1CB742}" srcId="{CF99985E-4F42-43A2-8F45-FE6C70E30302}" destId="{8B2ADED0-11E0-4D42-8C76-F413EA9A3AF1}" srcOrd="1" destOrd="0" parTransId="{49DC55DF-AA35-4894-AC2F-7DEF37819831}" sibTransId="{683427BC-C688-488E-8D20-BBBBDC153D18}"/>
    <dgm:cxn modelId="{E597EF0F-0488-4CD8-BE7B-F4AF70A78274}" type="presOf" srcId="{C595DED8-818E-4EA2-8CC9-868B1C35D41A}" destId="{F6483742-2734-45E8-A4FF-33BE1829AA8E}" srcOrd="0" destOrd="0" presId="urn:microsoft.com/office/officeart/2005/8/layout/hierarchy1"/>
    <dgm:cxn modelId="{CFA9E910-0473-4A89-98B3-8EE3F7523E78}" srcId="{2E4125BE-A6BA-4906-A2F7-A72B7E893D4D}" destId="{CF99985E-4F42-43A2-8F45-FE6C70E30302}" srcOrd="0" destOrd="0" parTransId="{1DA19FA2-244B-4EC9-8613-437FA667F123}" sibTransId="{85D1A1CA-292D-4419-9401-1DAD933DF607}"/>
    <dgm:cxn modelId="{BA121417-646A-47F1-A0E0-EF0A15878C2F}" srcId="{2E4125BE-A6BA-4906-A2F7-A72B7E893D4D}" destId="{EE718C9B-CC62-4AF2-9891-DFDA57250C43}" srcOrd="1" destOrd="0" parTransId="{CEE1E5E3-B34F-4E82-B89A-7A21B53F1235}" sibTransId="{6BD49B13-0890-4EF8-9C7F-329030A28214}"/>
    <dgm:cxn modelId="{4F583227-578E-4D4A-95A7-AF1D9105B676}" type="presOf" srcId="{49DC55DF-AA35-4894-AC2F-7DEF37819831}" destId="{4045C4D7-4FF3-4FEC-9E47-15F4A5A143A2}" srcOrd="0" destOrd="0" presId="urn:microsoft.com/office/officeart/2005/8/layout/hierarchy1"/>
    <dgm:cxn modelId="{47F8FF2F-0AF2-48A2-B80F-543E83C1D304}" type="presOf" srcId="{2E4125BE-A6BA-4906-A2F7-A72B7E893D4D}" destId="{63A736A0-BB20-427D-9D84-5F4CE03FE7E5}" srcOrd="0" destOrd="0" presId="urn:microsoft.com/office/officeart/2005/8/layout/hierarchy1"/>
    <dgm:cxn modelId="{4F6AF436-40DF-47DC-980F-6D96FDD4429B}" type="presOf" srcId="{EE718C9B-CC62-4AF2-9891-DFDA57250C43}" destId="{0AC1B9E4-2B2C-4D92-AB9C-A5FD2266831D}" srcOrd="0" destOrd="0" presId="urn:microsoft.com/office/officeart/2005/8/layout/hierarchy1"/>
    <dgm:cxn modelId="{A5599738-AF4C-4EC5-8E4B-C303DC80CF7A}" type="presOf" srcId="{CF99985E-4F42-43A2-8F45-FE6C70E30302}" destId="{BC54DB15-7AE9-4D22-9C47-4947E9638CBA}" srcOrd="0" destOrd="0" presId="urn:microsoft.com/office/officeart/2005/8/layout/hierarchy1"/>
    <dgm:cxn modelId="{A910B33A-8CBB-4902-81E7-8F6AC8B75F0C}" type="presOf" srcId="{1DA19FA2-244B-4EC9-8613-437FA667F123}" destId="{9C7BD146-DDFD-497C-9BE4-2C33E09631A4}" srcOrd="0" destOrd="0" presId="urn:microsoft.com/office/officeart/2005/8/layout/hierarchy1"/>
    <dgm:cxn modelId="{92225642-5058-45F7-B7C9-C2AAE3989353}" type="presOf" srcId="{E7836C0A-7A69-4807-944B-61B01B932321}" destId="{D4F87BD5-719D-4823-8865-B9F75CD2A23A}" srcOrd="0" destOrd="0" presId="urn:microsoft.com/office/officeart/2005/8/layout/hierarchy1"/>
    <dgm:cxn modelId="{ED836665-452E-4C8E-9A27-D36C26ED9CC6}" srcId="{E48549E5-2A97-441C-87C6-0CE6C32D4361}" destId="{2E4125BE-A6BA-4906-A2F7-A72B7E893D4D}" srcOrd="0" destOrd="0" parTransId="{E6A00605-30AA-4AAC-85F0-B6F88CB5C168}" sibTransId="{BA9D4952-6BB2-424F-868F-3E3AB1053A0F}"/>
    <dgm:cxn modelId="{DB198A4B-5880-4442-A716-755B7C5ECB3E}" srcId="{8B2ADED0-11E0-4D42-8C76-F413EA9A3AF1}" destId="{E0FE6E00-8936-4BE2-A756-CE4D3685CC33}" srcOrd="1" destOrd="0" parTransId="{DC599332-54EB-4A97-A1DB-25A0C4AB324F}" sibTransId="{0D0A2231-C8D2-438F-AF76-AE0C1234E26B}"/>
    <dgm:cxn modelId="{EFE28D4D-EB3D-42EB-BF80-8E8DCD6EE855}" type="presOf" srcId="{DC599332-54EB-4A97-A1DB-25A0C4AB324F}" destId="{EE29C68D-1153-443E-A2DF-B4E5E10D3200}" srcOrd="0" destOrd="0" presId="urn:microsoft.com/office/officeart/2005/8/layout/hierarchy1"/>
    <dgm:cxn modelId="{A1804E4F-92AE-48C0-B223-6628DFE846CD}" type="presOf" srcId="{8B2ADED0-11E0-4D42-8C76-F413EA9A3AF1}" destId="{DF94C48C-8EBE-47EC-9E54-66518041AAB1}" srcOrd="0" destOrd="0" presId="urn:microsoft.com/office/officeart/2005/8/layout/hierarchy1"/>
    <dgm:cxn modelId="{8908A970-32EB-44F2-ACB9-0092543B7108}" type="presOf" srcId="{0A415E6B-7106-4F25-BA23-E47305CC91CD}" destId="{1C263B8B-37A5-4E7F-A9A9-CBDD0FAB1A2D}" srcOrd="0" destOrd="0" presId="urn:microsoft.com/office/officeart/2005/8/layout/hierarchy1"/>
    <dgm:cxn modelId="{711C8F52-06AD-424E-875B-0188CA67DB76}" type="presOf" srcId="{E0FE6E00-8936-4BE2-A756-CE4D3685CC33}" destId="{274426CE-8C6B-4C06-8D9F-AD29535EB357}" srcOrd="0" destOrd="0" presId="urn:microsoft.com/office/officeart/2005/8/layout/hierarchy1"/>
    <dgm:cxn modelId="{731E0E73-A79D-4E58-8D42-78C9F9C2104A}" srcId="{C595DED8-818E-4EA2-8CC9-868B1C35D41A}" destId="{77C10766-CD76-4A10-AEFE-62FDC89C09C4}" srcOrd="1" destOrd="0" parTransId="{CB5562D5-476C-4130-92EC-B587BD35AF84}" sibTransId="{C2C21362-3E6F-48F2-A0F8-15E95AE8FAAC}"/>
    <dgm:cxn modelId="{137A0C74-6A3D-49B8-80F1-335BEA6FA98F}" type="presOf" srcId="{E48549E5-2A97-441C-87C6-0CE6C32D4361}" destId="{B7462A5D-92AB-467D-AD08-47033739E588}" srcOrd="0" destOrd="0" presId="urn:microsoft.com/office/officeart/2005/8/layout/hierarchy1"/>
    <dgm:cxn modelId="{022B0F55-B508-40BD-A956-E022DE7289A5}" srcId="{C595DED8-818E-4EA2-8CC9-868B1C35D41A}" destId="{0A415E6B-7106-4F25-BA23-E47305CC91CD}" srcOrd="0" destOrd="0" parTransId="{A4A93765-CA6F-48FD-BBD7-0C839696E602}" sibTransId="{09CFBF3A-FF56-4B69-8040-7826AC1A5D6E}"/>
    <dgm:cxn modelId="{2430937B-9957-499D-B84E-5C6A5F333811}" type="presOf" srcId="{AB9B42A8-0691-4F80-A90B-03F58347D263}" destId="{D51E11CC-6990-4A5B-B6D3-2F504AE65573}" srcOrd="0" destOrd="0" presId="urn:microsoft.com/office/officeart/2005/8/layout/hierarchy1"/>
    <dgm:cxn modelId="{CF67177C-28A5-4AD2-BCE6-9290B5363A5F}" type="presOf" srcId="{2BC1D59E-7340-4157-B4AF-E1026A92DEC3}" destId="{4FFED9DF-9083-420F-89D6-276B0F250636}" srcOrd="0" destOrd="0" presId="urn:microsoft.com/office/officeart/2005/8/layout/hierarchy1"/>
    <dgm:cxn modelId="{D57A3084-D302-4FAE-9CB2-D514351DF17F}" srcId="{EE718C9B-CC62-4AF2-9891-DFDA57250C43}" destId="{2BC1D59E-7340-4157-B4AF-E1026A92DEC3}" srcOrd="0" destOrd="0" parTransId="{4D1EE4DC-65DD-4148-9176-58E1C4E6EFDF}" sibTransId="{966E6170-E36F-4C68-AE4B-C0F83E89816B}"/>
    <dgm:cxn modelId="{80BDE58B-A54C-42CD-8A47-D3C7D5418441}" type="presOf" srcId="{4D1EE4DC-65DD-4148-9176-58E1C4E6EFDF}" destId="{2A2E2345-0942-4BF1-A5C7-25B092B4A4EA}" srcOrd="0" destOrd="0" presId="urn:microsoft.com/office/officeart/2005/8/layout/hierarchy1"/>
    <dgm:cxn modelId="{B7E1F48D-02CF-43EB-A693-F390F9179204}" type="presOf" srcId="{A4A93765-CA6F-48FD-BBD7-0C839696E602}" destId="{9FFE2307-B31A-4F54-B481-DA80C59F340B}" srcOrd="0" destOrd="0" presId="urn:microsoft.com/office/officeart/2005/8/layout/hierarchy1"/>
    <dgm:cxn modelId="{7AF9EA92-5B1C-42F6-BE51-55E75F9A99A8}" type="presOf" srcId="{77C10766-CD76-4A10-AEFE-62FDC89C09C4}" destId="{134514F4-B0B2-4251-A150-D1F0C64CE07B}" srcOrd="0" destOrd="0" presId="urn:microsoft.com/office/officeart/2005/8/layout/hierarchy1"/>
    <dgm:cxn modelId="{9042C69F-3DA9-4E3B-9A18-C67A8E88C430}" type="presOf" srcId="{8E3EABB3-8DAB-42C3-8338-C8A5BB393988}" destId="{BA8A88E7-D29F-4A11-9C27-95F652BF60F4}" srcOrd="0" destOrd="0" presId="urn:microsoft.com/office/officeart/2005/8/layout/hierarchy1"/>
    <dgm:cxn modelId="{D4879FAC-A392-43E8-A057-10E0EF7ABC9A}" type="presOf" srcId="{CB5562D5-476C-4130-92EC-B587BD35AF84}" destId="{8D16D33D-C396-45CD-8F79-9BA28CF3F408}" srcOrd="0" destOrd="0" presId="urn:microsoft.com/office/officeart/2005/8/layout/hierarchy1"/>
    <dgm:cxn modelId="{3CA23ECC-8D86-4653-A5D7-5CEEC10820D6}" srcId="{CF99985E-4F42-43A2-8F45-FE6C70E30302}" destId="{C595DED8-818E-4EA2-8CC9-868B1C35D41A}" srcOrd="0" destOrd="0" parTransId="{8E3EABB3-8DAB-42C3-8338-C8A5BB393988}" sibTransId="{1DCFB470-0302-471F-B87C-E51A4F6D649A}"/>
    <dgm:cxn modelId="{169F64DB-3BF6-482E-819E-DEDB2827DF10}" srcId="{8B2ADED0-11E0-4D42-8C76-F413EA9A3AF1}" destId="{AB9B42A8-0691-4F80-A90B-03F58347D263}" srcOrd="0" destOrd="0" parTransId="{E7836C0A-7A69-4807-944B-61B01B932321}" sibTransId="{0EFC3A4E-1253-4064-9774-F52430BA53F6}"/>
    <dgm:cxn modelId="{44DB9BF0-1B66-4855-AA40-C91871F7E472}" type="presOf" srcId="{CEE1E5E3-B34F-4E82-B89A-7A21B53F1235}" destId="{F9142989-0EA0-4053-8907-9726FCB10EEB}" srcOrd="0" destOrd="0" presId="urn:microsoft.com/office/officeart/2005/8/layout/hierarchy1"/>
    <dgm:cxn modelId="{2DBA9DF9-616D-4245-AC30-B8CEA254582B}" type="presParOf" srcId="{B7462A5D-92AB-467D-AD08-47033739E588}" destId="{03C83147-3114-473C-8D2A-9D4BC154E497}" srcOrd="0" destOrd="0" presId="urn:microsoft.com/office/officeart/2005/8/layout/hierarchy1"/>
    <dgm:cxn modelId="{5AD69732-7B0E-48B2-8452-AD48860F3382}" type="presParOf" srcId="{03C83147-3114-473C-8D2A-9D4BC154E497}" destId="{A41ABE8D-F3ED-4A5E-BD60-096241FEFE95}" srcOrd="0" destOrd="0" presId="urn:microsoft.com/office/officeart/2005/8/layout/hierarchy1"/>
    <dgm:cxn modelId="{ADDE3905-8550-475E-B172-60C6C01F2401}" type="presParOf" srcId="{A41ABE8D-F3ED-4A5E-BD60-096241FEFE95}" destId="{B1EF5354-C057-413F-9ACD-345441A566BB}" srcOrd="0" destOrd="0" presId="urn:microsoft.com/office/officeart/2005/8/layout/hierarchy1"/>
    <dgm:cxn modelId="{DBF9C9C3-59D4-48BF-AF2D-480C6EE5478F}" type="presParOf" srcId="{A41ABE8D-F3ED-4A5E-BD60-096241FEFE95}" destId="{63A736A0-BB20-427D-9D84-5F4CE03FE7E5}" srcOrd="1" destOrd="0" presId="urn:microsoft.com/office/officeart/2005/8/layout/hierarchy1"/>
    <dgm:cxn modelId="{F3253BF2-E56C-4DE7-B964-D9438F7E0B0F}" type="presParOf" srcId="{03C83147-3114-473C-8D2A-9D4BC154E497}" destId="{1969E200-5954-4823-A32E-EF9D41578219}" srcOrd="1" destOrd="0" presId="urn:microsoft.com/office/officeart/2005/8/layout/hierarchy1"/>
    <dgm:cxn modelId="{5DD9D21D-50C2-49FF-8BA2-A82CDDBFC8CC}" type="presParOf" srcId="{1969E200-5954-4823-A32E-EF9D41578219}" destId="{9C7BD146-DDFD-497C-9BE4-2C33E09631A4}" srcOrd="0" destOrd="0" presId="urn:microsoft.com/office/officeart/2005/8/layout/hierarchy1"/>
    <dgm:cxn modelId="{A0EFF76B-798F-47CD-90F0-AA5D95B10BE6}" type="presParOf" srcId="{1969E200-5954-4823-A32E-EF9D41578219}" destId="{CFC145B7-FED2-4F71-BD3C-5BCF699D4DFD}" srcOrd="1" destOrd="0" presId="urn:microsoft.com/office/officeart/2005/8/layout/hierarchy1"/>
    <dgm:cxn modelId="{194104E4-7A64-4CE0-84DE-644372E4568C}" type="presParOf" srcId="{CFC145B7-FED2-4F71-BD3C-5BCF699D4DFD}" destId="{8338C6D4-551E-4CEE-9CAC-B583A830AC2B}" srcOrd="0" destOrd="0" presId="urn:microsoft.com/office/officeart/2005/8/layout/hierarchy1"/>
    <dgm:cxn modelId="{C58FE029-321D-4CFD-BBE7-A5AE6A959E49}" type="presParOf" srcId="{8338C6D4-551E-4CEE-9CAC-B583A830AC2B}" destId="{43E6C6BA-ADEA-4313-A653-BFA55D46CCDC}" srcOrd="0" destOrd="0" presId="urn:microsoft.com/office/officeart/2005/8/layout/hierarchy1"/>
    <dgm:cxn modelId="{6DA028B9-D350-4DF1-80FC-88A9A8E75490}" type="presParOf" srcId="{8338C6D4-551E-4CEE-9CAC-B583A830AC2B}" destId="{BC54DB15-7AE9-4D22-9C47-4947E9638CBA}" srcOrd="1" destOrd="0" presId="urn:microsoft.com/office/officeart/2005/8/layout/hierarchy1"/>
    <dgm:cxn modelId="{99997BF8-628C-4837-8D78-2AC98FDA4550}" type="presParOf" srcId="{CFC145B7-FED2-4F71-BD3C-5BCF699D4DFD}" destId="{BB94ECB3-1139-49B4-A4D0-59B0126DCCFC}" srcOrd="1" destOrd="0" presId="urn:microsoft.com/office/officeart/2005/8/layout/hierarchy1"/>
    <dgm:cxn modelId="{A9F1958E-673E-40BF-A99C-B74551460524}" type="presParOf" srcId="{BB94ECB3-1139-49B4-A4D0-59B0126DCCFC}" destId="{BA8A88E7-D29F-4A11-9C27-95F652BF60F4}" srcOrd="0" destOrd="0" presId="urn:microsoft.com/office/officeart/2005/8/layout/hierarchy1"/>
    <dgm:cxn modelId="{394E01F5-4BC8-4E99-BAF5-9DAB0BBD8BF7}" type="presParOf" srcId="{BB94ECB3-1139-49B4-A4D0-59B0126DCCFC}" destId="{7DCD283F-7243-4EF0-A0D3-F82D59D67F41}" srcOrd="1" destOrd="0" presId="urn:microsoft.com/office/officeart/2005/8/layout/hierarchy1"/>
    <dgm:cxn modelId="{3AD326AB-95FD-48EF-911E-5E5B6DBC97CF}" type="presParOf" srcId="{7DCD283F-7243-4EF0-A0D3-F82D59D67F41}" destId="{CBB4F7EA-4D5F-4A96-BE63-D7730F3876DD}" srcOrd="0" destOrd="0" presId="urn:microsoft.com/office/officeart/2005/8/layout/hierarchy1"/>
    <dgm:cxn modelId="{AEAAEB81-E3C6-4FD9-BCFA-3A8DD1579840}" type="presParOf" srcId="{CBB4F7EA-4D5F-4A96-BE63-D7730F3876DD}" destId="{9064F7D2-EC5C-4BF8-AEE9-AF022EA10E1B}" srcOrd="0" destOrd="0" presId="urn:microsoft.com/office/officeart/2005/8/layout/hierarchy1"/>
    <dgm:cxn modelId="{E195C6DC-2C96-46E0-92F1-8F4DDAAECB47}" type="presParOf" srcId="{CBB4F7EA-4D5F-4A96-BE63-D7730F3876DD}" destId="{F6483742-2734-45E8-A4FF-33BE1829AA8E}" srcOrd="1" destOrd="0" presId="urn:microsoft.com/office/officeart/2005/8/layout/hierarchy1"/>
    <dgm:cxn modelId="{D1B8A2A4-A6EB-44BC-9A3D-39917BBC9BAC}" type="presParOf" srcId="{7DCD283F-7243-4EF0-A0D3-F82D59D67F41}" destId="{09273020-D0A6-498E-95A2-284B79A2FA7D}" srcOrd="1" destOrd="0" presId="urn:microsoft.com/office/officeart/2005/8/layout/hierarchy1"/>
    <dgm:cxn modelId="{C0A849FD-AFA6-4C67-88EF-622782D10902}" type="presParOf" srcId="{09273020-D0A6-498E-95A2-284B79A2FA7D}" destId="{9FFE2307-B31A-4F54-B481-DA80C59F340B}" srcOrd="0" destOrd="0" presId="urn:microsoft.com/office/officeart/2005/8/layout/hierarchy1"/>
    <dgm:cxn modelId="{BD7A4E53-75C2-465A-80D3-D33206CE3D5E}" type="presParOf" srcId="{09273020-D0A6-498E-95A2-284B79A2FA7D}" destId="{0565E3AF-D0DE-4C5D-BFC4-429BC6E3A48C}" srcOrd="1" destOrd="0" presId="urn:microsoft.com/office/officeart/2005/8/layout/hierarchy1"/>
    <dgm:cxn modelId="{6E770BC0-7A1A-4AB1-A0CA-577857DDA300}" type="presParOf" srcId="{0565E3AF-D0DE-4C5D-BFC4-429BC6E3A48C}" destId="{6466591F-D9D2-41F7-97E7-11198365495B}" srcOrd="0" destOrd="0" presId="urn:microsoft.com/office/officeart/2005/8/layout/hierarchy1"/>
    <dgm:cxn modelId="{D9D71BEA-6583-4781-91B0-4CC777B51AC0}" type="presParOf" srcId="{6466591F-D9D2-41F7-97E7-11198365495B}" destId="{6EC45DCB-3584-4741-ABD7-AD346679C888}" srcOrd="0" destOrd="0" presId="urn:microsoft.com/office/officeart/2005/8/layout/hierarchy1"/>
    <dgm:cxn modelId="{242D11AB-960E-4815-AE95-B4BB5AFA93CF}" type="presParOf" srcId="{6466591F-D9D2-41F7-97E7-11198365495B}" destId="{1C263B8B-37A5-4E7F-A9A9-CBDD0FAB1A2D}" srcOrd="1" destOrd="0" presId="urn:microsoft.com/office/officeart/2005/8/layout/hierarchy1"/>
    <dgm:cxn modelId="{35D381CF-311B-4179-8678-1CCEBA38D2F3}" type="presParOf" srcId="{0565E3AF-D0DE-4C5D-BFC4-429BC6E3A48C}" destId="{B39F8E48-05DD-4884-834F-98933A7EA1F6}" srcOrd="1" destOrd="0" presId="urn:microsoft.com/office/officeart/2005/8/layout/hierarchy1"/>
    <dgm:cxn modelId="{CEC3F3B9-58F7-43DA-A348-F868AC3D2A9E}" type="presParOf" srcId="{09273020-D0A6-498E-95A2-284B79A2FA7D}" destId="{8D16D33D-C396-45CD-8F79-9BA28CF3F408}" srcOrd="2" destOrd="0" presId="urn:microsoft.com/office/officeart/2005/8/layout/hierarchy1"/>
    <dgm:cxn modelId="{83084C52-D045-47A2-B4AB-3BC0BD9E9430}" type="presParOf" srcId="{09273020-D0A6-498E-95A2-284B79A2FA7D}" destId="{74F10A78-62A0-4D14-9BBF-6AEAEC360C8C}" srcOrd="3" destOrd="0" presId="urn:microsoft.com/office/officeart/2005/8/layout/hierarchy1"/>
    <dgm:cxn modelId="{8EEACE7C-41AA-4939-9F06-3D517176DC76}" type="presParOf" srcId="{74F10A78-62A0-4D14-9BBF-6AEAEC360C8C}" destId="{E012369C-C48E-4A49-9E30-AECA901C1B79}" srcOrd="0" destOrd="0" presId="urn:microsoft.com/office/officeart/2005/8/layout/hierarchy1"/>
    <dgm:cxn modelId="{944FDFAF-D878-4AC1-9153-744D6D29B214}" type="presParOf" srcId="{E012369C-C48E-4A49-9E30-AECA901C1B79}" destId="{3BE8B055-A954-4378-AFC2-72B5F2918F1A}" srcOrd="0" destOrd="0" presId="urn:microsoft.com/office/officeart/2005/8/layout/hierarchy1"/>
    <dgm:cxn modelId="{DB59C87C-52EA-4A96-B143-73DFC5F8E08A}" type="presParOf" srcId="{E012369C-C48E-4A49-9E30-AECA901C1B79}" destId="{134514F4-B0B2-4251-A150-D1F0C64CE07B}" srcOrd="1" destOrd="0" presId="urn:microsoft.com/office/officeart/2005/8/layout/hierarchy1"/>
    <dgm:cxn modelId="{DC605B8A-4CAB-43C9-ACDC-E892F01AB616}" type="presParOf" srcId="{74F10A78-62A0-4D14-9BBF-6AEAEC360C8C}" destId="{5B4CFDCA-8375-4E97-AC12-09AF182176BD}" srcOrd="1" destOrd="0" presId="urn:microsoft.com/office/officeart/2005/8/layout/hierarchy1"/>
    <dgm:cxn modelId="{278B4F57-A941-45FA-AB4C-27CCE2EAAAFD}" type="presParOf" srcId="{BB94ECB3-1139-49B4-A4D0-59B0126DCCFC}" destId="{4045C4D7-4FF3-4FEC-9E47-15F4A5A143A2}" srcOrd="2" destOrd="0" presId="urn:microsoft.com/office/officeart/2005/8/layout/hierarchy1"/>
    <dgm:cxn modelId="{0B5FD5E2-6499-4747-A6A8-2904B1371A28}" type="presParOf" srcId="{BB94ECB3-1139-49B4-A4D0-59B0126DCCFC}" destId="{1B7338D5-B23C-4A79-A40D-0330FB78CAAC}" srcOrd="3" destOrd="0" presId="urn:microsoft.com/office/officeart/2005/8/layout/hierarchy1"/>
    <dgm:cxn modelId="{412119B4-F29E-4E46-9BD0-C20DFD037F38}" type="presParOf" srcId="{1B7338D5-B23C-4A79-A40D-0330FB78CAAC}" destId="{F474827D-4B02-4C05-8A06-06C7750C8DAC}" srcOrd="0" destOrd="0" presId="urn:microsoft.com/office/officeart/2005/8/layout/hierarchy1"/>
    <dgm:cxn modelId="{6998A431-BD6A-42A2-A69A-E3B7B1404700}" type="presParOf" srcId="{F474827D-4B02-4C05-8A06-06C7750C8DAC}" destId="{F209A261-EEBA-4135-92FE-D9219080189F}" srcOrd="0" destOrd="0" presId="urn:microsoft.com/office/officeart/2005/8/layout/hierarchy1"/>
    <dgm:cxn modelId="{694AEA80-D09C-431B-84E8-17BA3221BA32}" type="presParOf" srcId="{F474827D-4B02-4C05-8A06-06C7750C8DAC}" destId="{DF94C48C-8EBE-47EC-9E54-66518041AAB1}" srcOrd="1" destOrd="0" presId="urn:microsoft.com/office/officeart/2005/8/layout/hierarchy1"/>
    <dgm:cxn modelId="{53CC84EB-B9DE-4666-948D-FCD45F58EACB}" type="presParOf" srcId="{1B7338D5-B23C-4A79-A40D-0330FB78CAAC}" destId="{41356463-CF04-4BF5-AE3E-9EE211EB1E13}" srcOrd="1" destOrd="0" presId="urn:microsoft.com/office/officeart/2005/8/layout/hierarchy1"/>
    <dgm:cxn modelId="{188AAC5F-ED22-4931-A40C-1E575F9B4FD1}" type="presParOf" srcId="{41356463-CF04-4BF5-AE3E-9EE211EB1E13}" destId="{D4F87BD5-719D-4823-8865-B9F75CD2A23A}" srcOrd="0" destOrd="0" presId="urn:microsoft.com/office/officeart/2005/8/layout/hierarchy1"/>
    <dgm:cxn modelId="{8AB3D40F-F4D6-478D-864C-8DE1CE278930}" type="presParOf" srcId="{41356463-CF04-4BF5-AE3E-9EE211EB1E13}" destId="{B3512F37-1F39-4F9E-A265-2E688DD4D746}" srcOrd="1" destOrd="0" presId="urn:microsoft.com/office/officeart/2005/8/layout/hierarchy1"/>
    <dgm:cxn modelId="{C22AE8D7-8FE8-4B18-AC84-7C8074A34164}" type="presParOf" srcId="{B3512F37-1F39-4F9E-A265-2E688DD4D746}" destId="{DEDF3BFE-F3A4-4BA0-AB74-54B158F14730}" srcOrd="0" destOrd="0" presId="urn:microsoft.com/office/officeart/2005/8/layout/hierarchy1"/>
    <dgm:cxn modelId="{A883110B-14DC-45CC-A156-33B0754AA582}" type="presParOf" srcId="{DEDF3BFE-F3A4-4BA0-AB74-54B158F14730}" destId="{F267E5AA-B215-40AB-BC8F-255253F67F0F}" srcOrd="0" destOrd="0" presId="urn:microsoft.com/office/officeart/2005/8/layout/hierarchy1"/>
    <dgm:cxn modelId="{5452A5C2-43AA-461E-AEB4-544CE0D658D3}" type="presParOf" srcId="{DEDF3BFE-F3A4-4BA0-AB74-54B158F14730}" destId="{D51E11CC-6990-4A5B-B6D3-2F504AE65573}" srcOrd="1" destOrd="0" presId="urn:microsoft.com/office/officeart/2005/8/layout/hierarchy1"/>
    <dgm:cxn modelId="{1AC76BCF-0EC8-4894-8341-552C230DDA4D}" type="presParOf" srcId="{B3512F37-1F39-4F9E-A265-2E688DD4D746}" destId="{5BA17AE9-2875-4CE5-A79A-F96BF34D996C}" srcOrd="1" destOrd="0" presId="urn:microsoft.com/office/officeart/2005/8/layout/hierarchy1"/>
    <dgm:cxn modelId="{B7CDDF16-0E38-4655-9D7E-8B4298437D65}" type="presParOf" srcId="{41356463-CF04-4BF5-AE3E-9EE211EB1E13}" destId="{EE29C68D-1153-443E-A2DF-B4E5E10D3200}" srcOrd="2" destOrd="0" presId="urn:microsoft.com/office/officeart/2005/8/layout/hierarchy1"/>
    <dgm:cxn modelId="{F967EEFC-0E14-4E96-A9C9-D52F7556A26E}" type="presParOf" srcId="{41356463-CF04-4BF5-AE3E-9EE211EB1E13}" destId="{90C0B829-600E-4C36-9593-535DD64249C8}" srcOrd="3" destOrd="0" presId="urn:microsoft.com/office/officeart/2005/8/layout/hierarchy1"/>
    <dgm:cxn modelId="{306D9DA4-D1BB-427F-8C8B-F0DAF9C84187}" type="presParOf" srcId="{90C0B829-600E-4C36-9593-535DD64249C8}" destId="{A1715225-E2C6-496D-BDFF-CC2C1F11679D}" srcOrd="0" destOrd="0" presId="urn:microsoft.com/office/officeart/2005/8/layout/hierarchy1"/>
    <dgm:cxn modelId="{4D483FB7-BA78-4E7B-B7FC-75B6C3906679}" type="presParOf" srcId="{A1715225-E2C6-496D-BDFF-CC2C1F11679D}" destId="{4AB5FB84-73A7-4E76-A322-B4750208465D}" srcOrd="0" destOrd="0" presId="urn:microsoft.com/office/officeart/2005/8/layout/hierarchy1"/>
    <dgm:cxn modelId="{1658D058-F8CE-4DEB-A1F2-05A1C44DD00E}" type="presParOf" srcId="{A1715225-E2C6-496D-BDFF-CC2C1F11679D}" destId="{274426CE-8C6B-4C06-8D9F-AD29535EB357}" srcOrd="1" destOrd="0" presId="urn:microsoft.com/office/officeart/2005/8/layout/hierarchy1"/>
    <dgm:cxn modelId="{F06884DC-0381-40F2-A430-E2376D3D2E9B}" type="presParOf" srcId="{90C0B829-600E-4C36-9593-535DD64249C8}" destId="{A3DDBF33-CD88-4C3F-99D3-0E0D5AF42649}" srcOrd="1" destOrd="0" presId="urn:microsoft.com/office/officeart/2005/8/layout/hierarchy1"/>
    <dgm:cxn modelId="{A8C0672F-9E0B-4FCA-80F4-6FD472EDA6A5}" type="presParOf" srcId="{1969E200-5954-4823-A32E-EF9D41578219}" destId="{F9142989-0EA0-4053-8907-9726FCB10EEB}" srcOrd="2" destOrd="0" presId="urn:microsoft.com/office/officeart/2005/8/layout/hierarchy1"/>
    <dgm:cxn modelId="{E3123881-28BE-4A5F-A9F0-B2AB5F8D5749}" type="presParOf" srcId="{1969E200-5954-4823-A32E-EF9D41578219}" destId="{C9EB4DAB-4F4F-43B4-B3D6-65D692135CB9}" srcOrd="3" destOrd="0" presId="urn:microsoft.com/office/officeart/2005/8/layout/hierarchy1"/>
    <dgm:cxn modelId="{4DB3DDFB-8975-444C-8896-E4C0EAC6347F}" type="presParOf" srcId="{C9EB4DAB-4F4F-43B4-B3D6-65D692135CB9}" destId="{326FC2D8-31BD-49E3-B128-B4A7DF221E50}" srcOrd="0" destOrd="0" presId="urn:microsoft.com/office/officeart/2005/8/layout/hierarchy1"/>
    <dgm:cxn modelId="{392014A7-DE3E-4289-8878-89C209AFEFEB}" type="presParOf" srcId="{326FC2D8-31BD-49E3-B128-B4A7DF221E50}" destId="{FECAC772-F430-4702-8423-03CA16B00BB2}" srcOrd="0" destOrd="0" presId="urn:microsoft.com/office/officeart/2005/8/layout/hierarchy1"/>
    <dgm:cxn modelId="{B6346513-3395-4301-B511-B41E6EDE05BA}" type="presParOf" srcId="{326FC2D8-31BD-49E3-B128-B4A7DF221E50}" destId="{0AC1B9E4-2B2C-4D92-AB9C-A5FD2266831D}" srcOrd="1" destOrd="0" presId="urn:microsoft.com/office/officeart/2005/8/layout/hierarchy1"/>
    <dgm:cxn modelId="{9E44527D-245A-4FCF-931C-27B8945DFCCD}" type="presParOf" srcId="{C9EB4DAB-4F4F-43B4-B3D6-65D692135CB9}" destId="{581D27EF-043A-4BDE-9629-26ED5D87C17E}" srcOrd="1" destOrd="0" presId="urn:microsoft.com/office/officeart/2005/8/layout/hierarchy1"/>
    <dgm:cxn modelId="{58A546BF-D87C-43A8-A4C0-F7AC5F41F8C5}" type="presParOf" srcId="{581D27EF-043A-4BDE-9629-26ED5D87C17E}" destId="{2A2E2345-0942-4BF1-A5C7-25B092B4A4EA}" srcOrd="0" destOrd="0" presId="urn:microsoft.com/office/officeart/2005/8/layout/hierarchy1"/>
    <dgm:cxn modelId="{5DE42B40-F9AC-4785-868B-3DF1AD1C2B7F}" type="presParOf" srcId="{581D27EF-043A-4BDE-9629-26ED5D87C17E}" destId="{135C316D-DA7B-4507-8D99-44C5E7144C88}" srcOrd="1" destOrd="0" presId="urn:microsoft.com/office/officeart/2005/8/layout/hierarchy1"/>
    <dgm:cxn modelId="{F53F54C5-5C12-40DC-9FD6-28CF34279F21}" type="presParOf" srcId="{135C316D-DA7B-4507-8D99-44C5E7144C88}" destId="{3B6541BC-1666-4080-94C9-3F0D23F72713}" srcOrd="0" destOrd="0" presId="urn:microsoft.com/office/officeart/2005/8/layout/hierarchy1"/>
    <dgm:cxn modelId="{38393F81-180C-47AA-AFBF-851AB45638AA}" type="presParOf" srcId="{3B6541BC-1666-4080-94C9-3F0D23F72713}" destId="{91F7A968-7722-407A-B09E-B990195F65AB}" srcOrd="0" destOrd="0" presId="urn:microsoft.com/office/officeart/2005/8/layout/hierarchy1"/>
    <dgm:cxn modelId="{D70F2A53-1CE9-474B-A05D-29F94094A9EF}" type="presParOf" srcId="{3B6541BC-1666-4080-94C9-3F0D23F72713}" destId="{4FFED9DF-9083-420F-89D6-276B0F250636}" srcOrd="1" destOrd="0" presId="urn:microsoft.com/office/officeart/2005/8/layout/hierarchy1"/>
    <dgm:cxn modelId="{2A025A47-9509-4794-87C5-871DE5E28290}" type="presParOf" srcId="{135C316D-DA7B-4507-8D99-44C5E7144C88}" destId="{EB88D8B7-F7EC-45DC-ACD5-8BE3880796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E2345-0942-4BF1-A5C7-25B092B4A4EA}">
      <dsp:nvSpPr>
        <dsp:cNvPr id="0" name=""/>
        <dsp:cNvSpPr/>
      </dsp:nvSpPr>
      <dsp:spPr>
        <a:xfrm>
          <a:off x="9653934" y="2301530"/>
          <a:ext cx="91440" cy="4283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42989-0EA0-4053-8907-9726FCB10EEB}">
      <dsp:nvSpPr>
        <dsp:cNvPr id="0" name=""/>
        <dsp:cNvSpPr/>
      </dsp:nvSpPr>
      <dsp:spPr>
        <a:xfrm>
          <a:off x="6854811" y="937796"/>
          <a:ext cx="2844842" cy="428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936"/>
              </a:lnTo>
              <a:lnTo>
                <a:pt x="2844842" y="291936"/>
              </a:lnTo>
              <a:lnTo>
                <a:pt x="2844842" y="4283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29C68D-1153-443E-A2DF-B4E5E10D3200}">
      <dsp:nvSpPr>
        <dsp:cNvPr id="0" name=""/>
        <dsp:cNvSpPr/>
      </dsp:nvSpPr>
      <dsp:spPr>
        <a:xfrm>
          <a:off x="6854811" y="3665264"/>
          <a:ext cx="900154" cy="428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936"/>
              </a:lnTo>
              <a:lnTo>
                <a:pt x="900154" y="291936"/>
              </a:lnTo>
              <a:lnTo>
                <a:pt x="900154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87BD5-719D-4823-8865-B9F75CD2A23A}">
      <dsp:nvSpPr>
        <dsp:cNvPr id="0" name=""/>
        <dsp:cNvSpPr/>
      </dsp:nvSpPr>
      <dsp:spPr>
        <a:xfrm>
          <a:off x="5954657" y="3665264"/>
          <a:ext cx="900154" cy="428391"/>
        </a:xfrm>
        <a:custGeom>
          <a:avLst/>
          <a:gdLst/>
          <a:ahLst/>
          <a:cxnLst/>
          <a:rect l="0" t="0" r="0" b="0"/>
          <a:pathLst>
            <a:path>
              <a:moveTo>
                <a:pt x="900154" y="0"/>
              </a:moveTo>
              <a:lnTo>
                <a:pt x="900154" y="291936"/>
              </a:lnTo>
              <a:lnTo>
                <a:pt x="0" y="291936"/>
              </a:lnTo>
              <a:lnTo>
                <a:pt x="0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45C4D7-4FF3-4FEC-9E47-15F4A5A143A2}">
      <dsp:nvSpPr>
        <dsp:cNvPr id="0" name=""/>
        <dsp:cNvSpPr/>
      </dsp:nvSpPr>
      <dsp:spPr>
        <a:xfrm>
          <a:off x="5054503" y="2301530"/>
          <a:ext cx="1800308" cy="428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936"/>
              </a:lnTo>
              <a:lnTo>
                <a:pt x="1800308" y="291936"/>
              </a:lnTo>
              <a:lnTo>
                <a:pt x="1800308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16D33D-C396-45CD-8F79-9BA28CF3F408}">
      <dsp:nvSpPr>
        <dsp:cNvPr id="0" name=""/>
        <dsp:cNvSpPr/>
      </dsp:nvSpPr>
      <dsp:spPr>
        <a:xfrm>
          <a:off x="3254194" y="3665264"/>
          <a:ext cx="900154" cy="428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936"/>
              </a:lnTo>
              <a:lnTo>
                <a:pt x="900154" y="291936"/>
              </a:lnTo>
              <a:lnTo>
                <a:pt x="900154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FE2307-B31A-4F54-B481-DA80C59F340B}">
      <dsp:nvSpPr>
        <dsp:cNvPr id="0" name=""/>
        <dsp:cNvSpPr/>
      </dsp:nvSpPr>
      <dsp:spPr>
        <a:xfrm>
          <a:off x="2354040" y="3665264"/>
          <a:ext cx="900154" cy="428391"/>
        </a:xfrm>
        <a:custGeom>
          <a:avLst/>
          <a:gdLst/>
          <a:ahLst/>
          <a:cxnLst/>
          <a:rect l="0" t="0" r="0" b="0"/>
          <a:pathLst>
            <a:path>
              <a:moveTo>
                <a:pt x="900154" y="0"/>
              </a:moveTo>
              <a:lnTo>
                <a:pt x="900154" y="291936"/>
              </a:lnTo>
              <a:lnTo>
                <a:pt x="0" y="291936"/>
              </a:lnTo>
              <a:lnTo>
                <a:pt x="0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A88E7-D29F-4A11-9C27-95F652BF60F4}">
      <dsp:nvSpPr>
        <dsp:cNvPr id="0" name=""/>
        <dsp:cNvSpPr/>
      </dsp:nvSpPr>
      <dsp:spPr>
        <a:xfrm>
          <a:off x="3254194" y="2301530"/>
          <a:ext cx="1800308" cy="428391"/>
        </a:xfrm>
        <a:custGeom>
          <a:avLst/>
          <a:gdLst/>
          <a:ahLst/>
          <a:cxnLst/>
          <a:rect l="0" t="0" r="0" b="0"/>
          <a:pathLst>
            <a:path>
              <a:moveTo>
                <a:pt x="1800308" y="0"/>
              </a:moveTo>
              <a:lnTo>
                <a:pt x="1800308" y="291936"/>
              </a:lnTo>
              <a:lnTo>
                <a:pt x="0" y="291936"/>
              </a:lnTo>
              <a:lnTo>
                <a:pt x="0" y="4283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7BD146-DDFD-497C-9BE4-2C33E09631A4}">
      <dsp:nvSpPr>
        <dsp:cNvPr id="0" name=""/>
        <dsp:cNvSpPr/>
      </dsp:nvSpPr>
      <dsp:spPr>
        <a:xfrm>
          <a:off x="5054503" y="937796"/>
          <a:ext cx="1800308" cy="428391"/>
        </a:xfrm>
        <a:custGeom>
          <a:avLst/>
          <a:gdLst/>
          <a:ahLst/>
          <a:cxnLst/>
          <a:rect l="0" t="0" r="0" b="0"/>
          <a:pathLst>
            <a:path>
              <a:moveTo>
                <a:pt x="1800308" y="0"/>
              </a:moveTo>
              <a:lnTo>
                <a:pt x="1800308" y="291936"/>
              </a:lnTo>
              <a:lnTo>
                <a:pt x="0" y="291936"/>
              </a:lnTo>
              <a:lnTo>
                <a:pt x="0" y="4283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EF5354-C057-413F-9ACD-345441A566BB}">
      <dsp:nvSpPr>
        <dsp:cNvPr id="0" name=""/>
        <dsp:cNvSpPr/>
      </dsp:nvSpPr>
      <dsp:spPr>
        <a:xfrm>
          <a:off x="6118321" y="2454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736A0-BB20-427D-9D84-5F4CE03FE7E5}">
      <dsp:nvSpPr>
        <dsp:cNvPr id="0" name=""/>
        <dsp:cNvSpPr/>
      </dsp:nvSpPr>
      <dsp:spPr>
        <a:xfrm>
          <a:off x="6281986" y="157935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Real-Time Scheduling</a:t>
          </a:r>
        </a:p>
      </dsp:txBody>
      <dsp:txXfrm>
        <a:off x="6309381" y="185330"/>
        <a:ext cx="1418189" cy="880552"/>
      </dsp:txXfrm>
    </dsp:sp>
    <dsp:sp modelId="{43E6C6BA-ADEA-4313-A653-BFA55D46CCDC}">
      <dsp:nvSpPr>
        <dsp:cNvPr id="0" name=""/>
        <dsp:cNvSpPr/>
      </dsp:nvSpPr>
      <dsp:spPr>
        <a:xfrm>
          <a:off x="4318013" y="1366188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4DB15-7AE9-4D22-9C47-4947E9638CBA}">
      <dsp:nvSpPr>
        <dsp:cNvPr id="0" name=""/>
        <dsp:cNvSpPr/>
      </dsp:nvSpPr>
      <dsp:spPr>
        <a:xfrm>
          <a:off x="4481677" y="1521669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Online Scheduling</a:t>
          </a:r>
        </a:p>
      </dsp:txBody>
      <dsp:txXfrm>
        <a:off x="4509072" y="1549064"/>
        <a:ext cx="1418189" cy="880552"/>
      </dsp:txXfrm>
    </dsp:sp>
    <dsp:sp modelId="{9064F7D2-EC5C-4BF8-AEE9-AF022EA10E1B}">
      <dsp:nvSpPr>
        <dsp:cNvPr id="0" name=""/>
        <dsp:cNvSpPr/>
      </dsp:nvSpPr>
      <dsp:spPr>
        <a:xfrm>
          <a:off x="2517704" y="2729922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83742-2734-45E8-A4FF-33BE1829AA8E}">
      <dsp:nvSpPr>
        <dsp:cNvPr id="0" name=""/>
        <dsp:cNvSpPr/>
      </dsp:nvSpPr>
      <dsp:spPr>
        <a:xfrm>
          <a:off x="2681368" y="2885403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Static Priority Scheduling</a:t>
          </a:r>
        </a:p>
      </dsp:txBody>
      <dsp:txXfrm>
        <a:off x="2708763" y="2912798"/>
        <a:ext cx="1418189" cy="880552"/>
      </dsp:txXfrm>
    </dsp:sp>
    <dsp:sp modelId="{6EC45DCB-3584-4741-ABD7-AD346679C888}">
      <dsp:nvSpPr>
        <dsp:cNvPr id="0" name=""/>
        <dsp:cNvSpPr/>
      </dsp:nvSpPr>
      <dsp:spPr>
        <a:xfrm>
          <a:off x="1617550" y="4093656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63B8B-37A5-4E7F-A9A9-CBDD0FAB1A2D}">
      <dsp:nvSpPr>
        <dsp:cNvPr id="0" name=""/>
        <dsp:cNvSpPr/>
      </dsp:nvSpPr>
      <dsp:spPr>
        <a:xfrm>
          <a:off x="1781214" y="4249137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Rate Monotonic Scheduling</a:t>
          </a:r>
          <a:endParaRPr lang="en-US" sz="1800" kern="1200" dirty="0"/>
        </a:p>
      </dsp:txBody>
      <dsp:txXfrm>
        <a:off x="1808609" y="4276532"/>
        <a:ext cx="1418189" cy="880552"/>
      </dsp:txXfrm>
    </dsp:sp>
    <dsp:sp modelId="{3BE8B055-A954-4378-AFC2-72B5F2918F1A}">
      <dsp:nvSpPr>
        <dsp:cNvPr id="0" name=""/>
        <dsp:cNvSpPr/>
      </dsp:nvSpPr>
      <dsp:spPr>
        <a:xfrm>
          <a:off x="3417858" y="4093656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514F4-B0B2-4251-A150-D1F0C64CE07B}">
      <dsp:nvSpPr>
        <dsp:cNvPr id="0" name=""/>
        <dsp:cNvSpPr/>
      </dsp:nvSpPr>
      <dsp:spPr>
        <a:xfrm>
          <a:off x="3581523" y="4249137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Deadline Monotonic Scheduling</a:t>
          </a:r>
        </a:p>
      </dsp:txBody>
      <dsp:txXfrm>
        <a:off x="3608918" y="4276532"/>
        <a:ext cx="1418189" cy="880552"/>
      </dsp:txXfrm>
    </dsp:sp>
    <dsp:sp modelId="{F209A261-EEBA-4135-92FE-D9219080189F}">
      <dsp:nvSpPr>
        <dsp:cNvPr id="0" name=""/>
        <dsp:cNvSpPr/>
      </dsp:nvSpPr>
      <dsp:spPr>
        <a:xfrm>
          <a:off x="6118321" y="2729922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4C48C-8EBE-47EC-9E54-66518041AAB1}">
      <dsp:nvSpPr>
        <dsp:cNvPr id="0" name=""/>
        <dsp:cNvSpPr/>
      </dsp:nvSpPr>
      <dsp:spPr>
        <a:xfrm>
          <a:off x="6281986" y="2885403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Dynamic Priority Scheduling</a:t>
          </a:r>
        </a:p>
      </dsp:txBody>
      <dsp:txXfrm>
        <a:off x="6309381" y="2912798"/>
        <a:ext cx="1418189" cy="880552"/>
      </dsp:txXfrm>
    </dsp:sp>
    <dsp:sp modelId="{F267E5AA-B215-40AB-BC8F-255253F67F0F}">
      <dsp:nvSpPr>
        <dsp:cNvPr id="0" name=""/>
        <dsp:cNvSpPr/>
      </dsp:nvSpPr>
      <dsp:spPr>
        <a:xfrm>
          <a:off x="5218167" y="4093656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E11CC-6990-4A5B-B6D3-2F504AE65573}">
      <dsp:nvSpPr>
        <dsp:cNvPr id="0" name=""/>
        <dsp:cNvSpPr/>
      </dsp:nvSpPr>
      <dsp:spPr>
        <a:xfrm>
          <a:off x="5381831" y="4249137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Earliest Deadline First</a:t>
          </a:r>
          <a:endParaRPr lang="en-US" sz="1800" kern="1200" dirty="0"/>
        </a:p>
      </dsp:txBody>
      <dsp:txXfrm>
        <a:off x="5409226" y="4276532"/>
        <a:ext cx="1418189" cy="880552"/>
      </dsp:txXfrm>
    </dsp:sp>
    <dsp:sp modelId="{4AB5FB84-73A7-4E76-A322-B4750208465D}">
      <dsp:nvSpPr>
        <dsp:cNvPr id="0" name=""/>
        <dsp:cNvSpPr/>
      </dsp:nvSpPr>
      <dsp:spPr>
        <a:xfrm>
          <a:off x="7018476" y="4093656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426CE-8C6B-4C06-8D9F-AD29535EB357}">
      <dsp:nvSpPr>
        <dsp:cNvPr id="0" name=""/>
        <dsp:cNvSpPr/>
      </dsp:nvSpPr>
      <dsp:spPr>
        <a:xfrm>
          <a:off x="7182140" y="4249137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Least Laxity First</a:t>
          </a:r>
        </a:p>
      </dsp:txBody>
      <dsp:txXfrm>
        <a:off x="7209535" y="4276532"/>
        <a:ext cx="1418189" cy="880552"/>
      </dsp:txXfrm>
    </dsp:sp>
    <dsp:sp modelId="{FECAC772-F430-4702-8423-03CA16B00BB2}">
      <dsp:nvSpPr>
        <dsp:cNvPr id="0" name=""/>
        <dsp:cNvSpPr/>
      </dsp:nvSpPr>
      <dsp:spPr>
        <a:xfrm>
          <a:off x="8963164" y="1366188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1B9E4-2B2C-4D92-AB9C-A5FD2266831D}">
      <dsp:nvSpPr>
        <dsp:cNvPr id="0" name=""/>
        <dsp:cNvSpPr/>
      </dsp:nvSpPr>
      <dsp:spPr>
        <a:xfrm>
          <a:off x="9126829" y="1521669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Offline Scheduling</a:t>
          </a:r>
        </a:p>
      </dsp:txBody>
      <dsp:txXfrm>
        <a:off x="9154224" y="1549064"/>
        <a:ext cx="1418189" cy="880552"/>
      </dsp:txXfrm>
    </dsp:sp>
    <dsp:sp modelId="{91F7A968-7722-407A-B09E-B990195F65AB}">
      <dsp:nvSpPr>
        <dsp:cNvPr id="0" name=""/>
        <dsp:cNvSpPr/>
      </dsp:nvSpPr>
      <dsp:spPr>
        <a:xfrm>
          <a:off x="8963164" y="2729922"/>
          <a:ext cx="1472979" cy="935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ED9DF-9083-420F-89D6-276B0F250636}">
      <dsp:nvSpPr>
        <dsp:cNvPr id="0" name=""/>
        <dsp:cNvSpPr/>
      </dsp:nvSpPr>
      <dsp:spPr>
        <a:xfrm>
          <a:off x="9126829" y="2885403"/>
          <a:ext cx="1472979" cy="935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Clock-Driven Scheduling</a:t>
          </a:r>
        </a:p>
      </dsp:txBody>
      <dsp:txXfrm>
        <a:off x="9154224" y="2912798"/>
        <a:ext cx="1418189" cy="880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EED9A-765C-4810-9E49-DDB47819AFE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C439D-4884-4847-8022-CEE94253C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2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E9878-D486-4061-8C0F-36899013DD13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7147A-E331-42F8-AB63-B640EED597F5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1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F8B754-632A-49EA-A182-A2546BFF823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53083-E3B7-4E5C-B859-0EBCDB9BA26C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47323-F69C-4FB5-94D3-9AB345F6D614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A3D3-47AC-4F06-A4B2-4231408C4002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C8E4-2455-4639-947A-700ABDE016F2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5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0958-3767-40B5-A97D-1FAB45770D3F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4DF3-885E-47D1-A99B-39F846CF3076}" type="datetime1">
              <a:rPr lang="en-US" smtClean="0"/>
              <a:t>11/6/2025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1367-7B6A-4D71-A35D-DFC61C9AD8FB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07AF-18BA-4129-A085-D364EB043C6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167763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883121"/>
            <a:ext cx="10058400" cy="4289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7C8247A-633F-43D0-A782-36F5BD4DE7FB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F8A-8F3D-4145-B691-95D21995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/>
              <a:t>reference model for real-time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B1F9C-8AB0-4179-A5BB-80FD76E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Bui Ha Duc, PhD</a:t>
            </a:r>
          </a:p>
          <a:p>
            <a:r>
              <a:rPr lang="en-US" dirty="0"/>
              <a:t>Department of Mechatronics</a:t>
            </a:r>
          </a:p>
        </p:txBody>
      </p:sp>
    </p:spTree>
    <p:extLst>
      <p:ext uri="{BB962C8B-B14F-4D97-AF65-F5344CB8AC3E}">
        <p14:creationId xmlns:p14="http://schemas.microsoft.com/office/powerpoint/2010/main" val="275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9F32-02EA-49CC-B239-FEB6C2A7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5845-C15B-4B2C-BE79-B2FEACF98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40933"/>
            <a:ext cx="10058400" cy="4896081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Reference model let us reason about real-time systems: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Standardization: Provides a common language for discussing real-time systems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Analysis Framework: Enables the analysis of system properties like feasibility and optimality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Performance Evaluation: Offers metrics to assess the effectiveness of scheduling algorithms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Let’s us to focus on the important aspects of a system while ignoring the irrelevant properties and details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Reference model of Real-time system is characterized by: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70C0"/>
                </a:solidFill>
              </a:rPr>
              <a:t>Workload Model</a:t>
            </a:r>
            <a:r>
              <a:rPr lang="en-US" dirty="0"/>
              <a:t>: Describes the applications and tasks that the system must execute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Resource Model</a:t>
            </a:r>
            <a:r>
              <a:rPr lang="en-US" dirty="0"/>
              <a:t>: Details the hardware and software resources available to the workload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FFC000"/>
                </a:solidFill>
              </a:rPr>
              <a:t>Scheduling Algorithms</a:t>
            </a:r>
            <a:r>
              <a:rPr lang="en-US" dirty="0"/>
              <a:t>: Define the rules for allocating resources to tasks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4D3E9-4C82-3A10-8A15-B8C8924E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D4B3-E4B7-4945-91CD-452AFFBD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61F9-79E0-4C05-88CC-69A5F78D1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92999"/>
            <a:ext cx="10058400" cy="44792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Basic unit: tasks and jobs</a:t>
            </a:r>
          </a:p>
          <a:p>
            <a:r>
              <a:rPr lang="en-US" dirty="0"/>
              <a:t>Process:  an independent program in execution</a:t>
            </a:r>
          </a:p>
          <a:p>
            <a:pPr lvl="1"/>
            <a:r>
              <a:rPr lang="en-US" dirty="0"/>
              <a:t>Each process can contain multiple threads</a:t>
            </a:r>
          </a:p>
          <a:p>
            <a:pPr lvl="1"/>
            <a:r>
              <a:rPr lang="en-US" dirty="0"/>
              <a:t>In small RTOS systems, we often run only one process </a:t>
            </a:r>
            <a:r>
              <a:rPr lang="en-US" dirty="0">
                <a:sym typeface="Wingdings" panose="05000000000000000000" pitchFamily="2" charset="2"/>
              </a:rPr>
              <a:t> Process = Task</a:t>
            </a:r>
            <a:endParaRPr lang="en-US" dirty="0"/>
          </a:p>
          <a:p>
            <a:r>
              <a:rPr lang="en-US" dirty="0"/>
              <a:t>Task: a work that executes repeatedly to perform a specific function in the system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: read IMU sensor, apply filter on sensor data </a:t>
            </a:r>
          </a:p>
          <a:p>
            <a:pPr lvl="1"/>
            <a:r>
              <a:rPr lang="en-US" dirty="0"/>
              <a:t>A Task can generate multiple jobs during execution</a:t>
            </a:r>
          </a:p>
          <a:p>
            <a:r>
              <a:rPr lang="en-US" dirty="0"/>
              <a:t>Job: is a single execution instance of a task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72140-B24A-B5C3-44B5-457F9276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127D7-BA88-027D-4872-00663B71D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23" y="5334692"/>
            <a:ext cx="2867078" cy="130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22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23F7-F963-8056-5556-B311D166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real-time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F6B73-BCF1-0563-3CC4-F6EA73404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Step 1</a:t>
            </a:r>
            <a:r>
              <a:rPr lang="en-US" dirty="0"/>
              <a:t>: Define System Objectives and Requirements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Define system purpose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List functional requirements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Define real-time requirements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Identify performance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4F420-6B42-0AB8-E63B-2ECCE8D0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7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5AEA-3028-3298-6FA7-4AC2CDF0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EC9A9-F624-6497-2E54-3844D011A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93333"/>
            <a:ext cx="10058400" cy="447886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Design Flight controller for Drone</a:t>
            </a:r>
          </a:p>
          <a:p>
            <a:pPr marL="0" indent="0">
              <a:buNone/>
            </a:pPr>
            <a:r>
              <a:rPr lang="en-US" dirty="0"/>
              <a:t>Step 1: System objectives</a:t>
            </a:r>
          </a:p>
          <a:p>
            <a:r>
              <a:rPr lang="en-US" dirty="0"/>
              <a:t>Maintain stable attitude at control rate </a:t>
            </a:r>
            <a:r>
              <a:rPr lang="en-US" dirty="0">
                <a:solidFill>
                  <a:srgbClr val="0070C0"/>
                </a:solidFill>
              </a:rPr>
              <a:t>250 Hz (every 4 </a:t>
            </a:r>
            <a:r>
              <a:rPr lang="en-US" dirty="0" err="1">
                <a:solidFill>
                  <a:srgbClr val="0070C0"/>
                </a:solidFill>
              </a:rPr>
              <a:t>ms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/>
              <a:t>Read IMU at </a:t>
            </a:r>
            <a:r>
              <a:rPr lang="en-US" dirty="0">
                <a:solidFill>
                  <a:srgbClr val="0070C0"/>
                </a:solidFill>
              </a:rPr>
              <a:t>1 kHz (every 1 </a:t>
            </a:r>
            <a:r>
              <a:rPr lang="en-US" dirty="0" err="1">
                <a:solidFill>
                  <a:srgbClr val="0070C0"/>
                </a:solidFill>
              </a:rPr>
              <a:t>ms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/>
              <a:t>Run sensor fusion at </a:t>
            </a:r>
            <a:r>
              <a:rPr lang="en-US" dirty="0">
                <a:solidFill>
                  <a:srgbClr val="0070C0"/>
                </a:solidFill>
              </a:rPr>
              <a:t>500 Hz (every 2 </a:t>
            </a:r>
            <a:r>
              <a:rPr lang="en-US" dirty="0" err="1">
                <a:solidFill>
                  <a:srgbClr val="0070C0"/>
                </a:solidFill>
              </a:rPr>
              <a:t>ms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/>
              <a:t>to produce state estimate</a:t>
            </a:r>
          </a:p>
          <a:p>
            <a:r>
              <a:rPr lang="en-US" dirty="0"/>
              <a:t>Update motor PWM output within </a:t>
            </a:r>
            <a:r>
              <a:rPr lang="en-US" dirty="0">
                <a:solidFill>
                  <a:srgbClr val="0070C0"/>
                </a:solidFill>
              </a:rPr>
              <a:t>1 </a:t>
            </a:r>
            <a:r>
              <a:rPr lang="en-US" dirty="0" err="1">
                <a:solidFill>
                  <a:srgbClr val="0070C0"/>
                </a:solidFill>
              </a:rPr>
              <a:t>ms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of control output</a:t>
            </a:r>
          </a:p>
          <a:p>
            <a:r>
              <a:rPr lang="en-US" dirty="0"/>
              <a:t>Telemetry at 50 Hz for ground station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E3157-7CC5-100B-77FF-00B001ED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F286-5C70-0B5D-284E-065CC911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real-time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BF6A-FD04-4D98-8B38-7F2DBE17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Step 2</a:t>
            </a:r>
            <a:r>
              <a:rPr lang="en-US" dirty="0"/>
              <a:t>: Model the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Define task types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Identify critical tasks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Describe the workload model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Temporal parameters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Relationship between task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Define resource model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cpu</a:t>
            </a:r>
            <a:r>
              <a:rPr lang="en-US" dirty="0"/>
              <a:t>, platform, shared resources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Represent interactions via task graph or data flow diagram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1F3B0-4AD3-EA6B-CD62-37AE386C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7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6C54-4D46-48BD-ADC9-633A4A94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4A6D-B93C-49ED-AA0F-9757E37DD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Tasks are primarily classified based on their arrival patterns</a:t>
            </a:r>
          </a:p>
          <a:p>
            <a:r>
              <a:rPr lang="en-US" dirty="0"/>
              <a:t>Periodic Tasks: A set of jobs that are executed </a:t>
            </a:r>
            <a:r>
              <a:rPr lang="en-US" dirty="0">
                <a:solidFill>
                  <a:srgbClr val="0070C0"/>
                </a:solidFill>
              </a:rPr>
              <a:t>repeatedly at regular time intervals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They are predictable and their timing parameters are usually well-defined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hard real-time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Aperiodic Tasks: These tasks arrive at </a:t>
            </a:r>
            <a:r>
              <a:rPr lang="en-US" dirty="0">
                <a:solidFill>
                  <a:srgbClr val="0070C0"/>
                </a:solidFill>
              </a:rPr>
              <a:t>irregular, unpredictable intervals </a:t>
            </a:r>
            <a:r>
              <a:rPr lang="en-US" dirty="0"/>
              <a:t>in response to random events. </a:t>
            </a:r>
          </a:p>
          <a:p>
            <a:pPr lvl="1"/>
            <a:r>
              <a:rPr lang="en-US" dirty="0"/>
              <a:t>Their execution requirements are typically </a:t>
            </a:r>
            <a:r>
              <a:rPr lang="en-US" dirty="0">
                <a:solidFill>
                  <a:srgbClr val="0070C0"/>
                </a:solidFill>
              </a:rPr>
              <a:t>soft real-time</a:t>
            </a:r>
          </a:p>
          <a:p>
            <a:r>
              <a:rPr lang="en-US" dirty="0"/>
              <a:t>Sporadic Tasks: These tasks also arrive at </a:t>
            </a:r>
            <a:r>
              <a:rPr lang="en-US" dirty="0">
                <a:solidFill>
                  <a:srgbClr val="0070C0"/>
                </a:solidFill>
              </a:rPr>
              <a:t>irregular</a:t>
            </a:r>
            <a:r>
              <a:rPr lang="en-US" dirty="0"/>
              <a:t>, but they have a </a:t>
            </a:r>
            <a:r>
              <a:rPr lang="en-US" dirty="0">
                <a:solidFill>
                  <a:srgbClr val="0070C0"/>
                </a:solidFill>
              </a:rPr>
              <a:t>guaranteed minimum arrival time between arrivals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Their execution requirements are usually </a:t>
            </a:r>
            <a:r>
              <a:rPr lang="en-US" dirty="0">
                <a:solidFill>
                  <a:srgbClr val="0070C0"/>
                </a:solidFill>
              </a:rPr>
              <a:t>hard real-time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C19F-A630-EC11-F7BE-C589BE69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46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D3E2-5BA1-FD6E-317C-56DDD0F4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3804F-F3A4-215C-DFCB-DBFA6EC6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Aperiodic Task - an overview | ScienceDirect Topics">
            <a:extLst>
              <a:ext uri="{FF2B5EF4-FFF2-40B4-BE49-F238E27FC236}">
                <a16:creationId xmlns:a16="http://schemas.microsoft.com/office/drawing/2014/main" id="{952C7240-5DCA-70D6-B13F-F6E43C9F81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733" y="2165389"/>
            <a:ext cx="7240613" cy="447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05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6984-FD00-76BB-C2AF-7C29AC1B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23E9D-2C53-1CC8-6646-7AF1E9EF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Hard deadline</a:t>
            </a:r>
            <a:r>
              <a:rPr lang="en-US" dirty="0"/>
              <a:t>: All the deadlines </a:t>
            </a:r>
            <a:r>
              <a:rPr lang="en-US" b="1" i="1" dirty="0">
                <a:solidFill>
                  <a:srgbClr val="0070C0"/>
                </a:solidFill>
              </a:rPr>
              <a:t>must</a:t>
            </a:r>
            <a:r>
              <a:rPr lang="en-US" dirty="0"/>
              <a:t> be met</a:t>
            </a:r>
          </a:p>
          <a:p>
            <a:pPr lvl="1"/>
            <a:r>
              <a:rPr lang="en-US" dirty="0"/>
              <a:t>If any hard deadline is ever missed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the system is incorrect</a:t>
            </a:r>
          </a:p>
          <a:p>
            <a:pPr lvl="1"/>
            <a:r>
              <a:rPr lang="en-US" dirty="0"/>
              <a:t>Hard real-time system is a system that all deadlines are hard</a:t>
            </a:r>
          </a:p>
          <a:p>
            <a:pPr lvl="1"/>
            <a:r>
              <a:rPr lang="en-US" dirty="0"/>
              <a:t>E.g. Nuclear power plant control, flight control</a:t>
            </a:r>
          </a:p>
          <a:p>
            <a:r>
              <a:rPr lang="en-US" b="1" dirty="0"/>
              <a:t>Soft deadline</a:t>
            </a:r>
            <a:r>
              <a:rPr lang="en-US" dirty="0"/>
              <a:t>: some deadline may </a:t>
            </a:r>
            <a:r>
              <a:rPr lang="en-US" b="1" i="1" dirty="0">
                <a:solidFill>
                  <a:srgbClr val="0070C0"/>
                </a:solidFill>
              </a:rPr>
              <a:t>occasionally</a:t>
            </a:r>
            <a:r>
              <a:rPr lang="en-US" dirty="0"/>
              <a:t> be missed</a:t>
            </a:r>
          </a:p>
          <a:p>
            <a:pPr lvl="1"/>
            <a:r>
              <a:rPr lang="en-US" dirty="0"/>
              <a:t>“occasionally” ??? </a:t>
            </a:r>
            <a:r>
              <a:rPr lang="en-US" dirty="0">
                <a:sym typeface="Wingdings" panose="05000000000000000000" pitchFamily="2" charset="2"/>
              </a:rPr>
              <a:t> use probabilistic requirement, </a:t>
            </a:r>
            <a:r>
              <a:rPr lang="en-US" dirty="0" err="1">
                <a:sym typeface="Wingdings" panose="05000000000000000000" pitchFamily="2" charset="2"/>
              </a:rPr>
              <a:t>e.g</a:t>
            </a:r>
            <a:r>
              <a:rPr lang="en-US" dirty="0">
                <a:sym typeface="Wingdings" panose="05000000000000000000" pitchFamily="2" charset="2"/>
              </a:rPr>
              <a:t> &lt;1%</a:t>
            </a:r>
            <a:endParaRPr lang="en-US" dirty="0"/>
          </a:p>
          <a:p>
            <a:pPr lvl="1"/>
            <a:r>
              <a:rPr lang="en-US" dirty="0"/>
              <a:t>Soft real-time system: A system in which some deadlines are soft.</a:t>
            </a:r>
          </a:p>
          <a:p>
            <a:pPr lvl="1"/>
            <a:r>
              <a:rPr lang="en-US" dirty="0"/>
              <a:t>E.g. Telephone switches, video streaming</a:t>
            </a:r>
          </a:p>
          <a:p>
            <a:r>
              <a:rPr lang="en-US" b="1" dirty="0"/>
              <a:t>Firm deadline</a:t>
            </a:r>
            <a:r>
              <a:rPr lang="en-US" dirty="0"/>
              <a:t>: missed deadlines are simply discarded, as their results are no longer useful.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975DF-37E8-9013-7B3D-0A3437EA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2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3467-5D4A-26C7-9733-C828C8ED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33B28-3EDD-5C5E-210D-57B66F3F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Design Flight controller for Drone</a:t>
            </a:r>
          </a:p>
          <a:p>
            <a:pPr marL="0" indent="0">
              <a:buNone/>
            </a:pPr>
            <a:r>
              <a:rPr lang="en-US" dirty="0"/>
              <a:t>Step 2: Model the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8606F-6C23-ED80-516F-F03C756E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ED6AF4-48E9-2CCA-49BA-FC368FFD7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667703"/>
              </p:ext>
            </p:extLst>
          </p:nvPr>
        </p:nvGraphicFramePr>
        <p:xfrm>
          <a:off x="1913466" y="2970784"/>
          <a:ext cx="8906933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21">
                  <a:extLst>
                    <a:ext uri="{9D8B030D-6E8A-4147-A177-3AD203B41FA5}">
                      <a16:colId xmlns:a16="http://schemas.microsoft.com/office/drawing/2014/main" val="2052867844"/>
                    </a:ext>
                  </a:extLst>
                </a:gridCol>
                <a:gridCol w="3748334">
                  <a:extLst>
                    <a:ext uri="{9D8B030D-6E8A-4147-A177-3AD203B41FA5}">
                      <a16:colId xmlns:a16="http://schemas.microsoft.com/office/drawing/2014/main" val="2995125356"/>
                    </a:ext>
                  </a:extLst>
                </a:gridCol>
                <a:gridCol w="1484489">
                  <a:extLst>
                    <a:ext uri="{9D8B030D-6E8A-4147-A177-3AD203B41FA5}">
                      <a16:colId xmlns:a16="http://schemas.microsoft.com/office/drawing/2014/main" val="1432883050"/>
                    </a:ext>
                  </a:extLst>
                </a:gridCol>
                <a:gridCol w="1484489">
                  <a:extLst>
                    <a:ext uri="{9D8B030D-6E8A-4147-A177-3AD203B41FA5}">
                      <a16:colId xmlns:a16="http://schemas.microsoft.com/office/drawing/2014/main" val="3512681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Criticality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13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 – Read IMU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IMU at 1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7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 – Sensor Fusion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sensor fusion at 500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89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 – Altitude control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Maintain stable attitude at control rate 250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256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 – Motor Update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motor PWM output within 1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of control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726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5</a:t>
                      </a:r>
                      <a:r>
                        <a:rPr lang="en-US" baseline="0" dirty="0"/>
                        <a:t> – Telemetry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Communication with ground station at 50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65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77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0060-3EE7-0330-5DA0-B1771AF1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37CC6-357D-805D-5FAE-9FF34CE9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2E0CC-DED1-FAB6-C201-15BDB405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1455374"/>
            <a:ext cx="6141173" cy="50132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2D8C7A-CC39-5749-7DF5-C1C63DFED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603" y="1700907"/>
            <a:ext cx="3950064" cy="43221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EFA2B5-EA96-CC20-D5EC-C474464B81F2}"/>
              </a:ext>
            </a:extLst>
          </p:cNvPr>
          <p:cNvSpPr txBox="1"/>
          <p:nvPr/>
        </p:nvSpPr>
        <p:spPr>
          <a:xfrm>
            <a:off x="4902194" y="2780637"/>
            <a:ext cx="9042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rgbClr val="BF86B6"/>
                </a:solidFill>
              </a:rPr>
              <a:t>i</a:t>
            </a:r>
            <a:endParaRPr lang="en-US" i="1" dirty="0">
              <a:solidFill>
                <a:srgbClr val="BF86B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3CAE4E-267A-454E-31A1-F5771CEB5325}"/>
              </a:ext>
            </a:extLst>
          </p:cNvPr>
          <p:cNvSpPr txBox="1"/>
          <p:nvPr/>
        </p:nvSpPr>
        <p:spPr>
          <a:xfrm>
            <a:off x="5054594" y="4660236"/>
            <a:ext cx="9042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rgbClr val="BF86B6"/>
                </a:solidFill>
              </a:rPr>
              <a:t>i</a:t>
            </a:r>
            <a:endParaRPr lang="en-US" i="1" dirty="0">
              <a:solidFill>
                <a:srgbClr val="BF86B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2E433-192C-31F3-9BC5-DF03475AFB1E}"/>
              </a:ext>
            </a:extLst>
          </p:cNvPr>
          <p:cNvSpPr txBox="1"/>
          <p:nvPr/>
        </p:nvSpPr>
        <p:spPr>
          <a:xfrm>
            <a:off x="4876793" y="5715302"/>
            <a:ext cx="9042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rgbClr val="BF86B6"/>
                </a:solidFill>
              </a:rPr>
              <a:t>i</a:t>
            </a:r>
            <a:endParaRPr lang="en-US" i="1" dirty="0">
              <a:solidFill>
                <a:srgbClr val="BF86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592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D4B3-E4B7-4945-91CD-452AFFBD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61F9-79E0-4C05-88CC-69A5F78D1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77107"/>
            <a:ext cx="10058400" cy="4395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each job or task, a set of parameters defines its timing behavior and constraints</a:t>
            </a:r>
          </a:p>
          <a:p>
            <a:r>
              <a:rPr lang="en-US" dirty="0"/>
              <a:t>Execution time </a:t>
            </a:r>
            <a:r>
              <a:rPr lang="en-US" b="1" dirty="0">
                <a:solidFill>
                  <a:srgbClr val="0070C0"/>
                </a:solidFill>
              </a:rPr>
              <a:t>C</a:t>
            </a:r>
            <a:r>
              <a:rPr lang="en-US" b="1" baseline="-25000" dirty="0">
                <a:solidFill>
                  <a:srgbClr val="0070C0"/>
                </a:solidFill>
              </a:rPr>
              <a:t>i</a:t>
            </a:r>
            <a:r>
              <a:rPr lang="en-US" dirty="0"/>
              <a:t>: Time required to complete the execution of </a:t>
            </a:r>
            <a:r>
              <a:rPr lang="en-US" i="1" dirty="0"/>
              <a:t>J</a:t>
            </a:r>
            <a:r>
              <a:rPr lang="en-US" i="1" baseline="-25000" dirty="0"/>
              <a:t>i</a:t>
            </a:r>
            <a:r>
              <a:rPr lang="en-US" dirty="0"/>
              <a:t> when it executes alone and has all the resources it needs</a:t>
            </a:r>
          </a:p>
          <a:p>
            <a:pPr lvl="1"/>
            <a:r>
              <a:rPr lang="en-US" dirty="0"/>
              <a:t>Value of C</a:t>
            </a:r>
            <a:r>
              <a:rPr lang="en-US" baseline="-25000" dirty="0"/>
              <a:t>i</a:t>
            </a:r>
            <a:r>
              <a:rPr lang="en-US" dirty="0"/>
              <a:t> depends upon complexity of the job and speed of the processor</a:t>
            </a:r>
          </a:p>
          <a:p>
            <a:pPr lvl="1"/>
            <a:r>
              <a:rPr lang="en-US" dirty="0"/>
              <a:t>Determine the exact value of C</a:t>
            </a:r>
            <a:r>
              <a:rPr lang="en-US" baseline="-25000" dirty="0"/>
              <a:t>i</a:t>
            </a:r>
            <a:r>
              <a:rPr lang="en-US" dirty="0"/>
              <a:t> might be difficult </a:t>
            </a:r>
            <a:r>
              <a:rPr lang="en-US" dirty="0">
                <a:sym typeface="Wingdings" panose="05000000000000000000" pitchFamily="2" charset="2"/>
              </a:rPr>
              <a:t> estimate the worst-case execution time 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WCET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929F3-7F21-8F7F-469E-7587796F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5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63CF-D9B5-1F22-12E7-FF882EDE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90030-890C-41A8-810F-842CEA6B3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Release time </a:t>
                </a:r>
                <a:r>
                  <a:rPr lang="en-US" b="1" i="1" dirty="0" err="1">
                    <a:solidFill>
                      <a:srgbClr val="0070C0"/>
                    </a:solidFill>
                  </a:rPr>
                  <a:t>r</a:t>
                </a:r>
                <a:r>
                  <a:rPr lang="en-US" b="1" i="1" baseline="-25000" dirty="0" err="1">
                    <a:solidFill>
                      <a:srgbClr val="0070C0"/>
                    </a:solidFill>
                  </a:rPr>
                  <a:t>ij</a:t>
                </a:r>
                <a:r>
                  <a:rPr lang="en-US" dirty="0"/>
                  <a:t>: Time instant when a job is ready to be executed</a:t>
                </a:r>
              </a:p>
              <a:p>
                <a:pPr lvl="1"/>
                <a:r>
                  <a:rPr lang="en-US" dirty="0"/>
                  <a:t>May not be exact, in range 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job can be scheduled and executed at or after its release time</a:t>
                </a:r>
              </a:p>
              <a:p>
                <a:r>
                  <a:rPr lang="en-US" dirty="0"/>
                  <a:t>Response time </a:t>
                </a:r>
                <a:r>
                  <a:rPr lang="en-US" b="1" i="1" dirty="0" err="1">
                    <a:solidFill>
                      <a:srgbClr val="0070C0"/>
                    </a:solidFill>
                  </a:rPr>
                  <a:t>R</a:t>
                </a:r>
                <a:r>
                  <a:rPr lang="en-US" b="1" i="1" baseline="-25000" dirty="0" err="1">
                    <a:solidFill>
                      <a:srgbClr val="0070C0"/>
                    </a:solidFill>
                  </a:rPr>
                  <a:t>ij</a:t>
                </a:r>
                <a:r>
                  <a:rPr lang="en-US" dirty="0"/>
                  <a:t>: Time from the release time of the job to the time instant when it completes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90030-890C-41A8-810F-842CEA6B3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2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2D427-CC32-A7D1-11E8-3ADBDFE0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F99BC-4A07-E788-6D34-557F742E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174" y="4027660"/>
            <a:ext cx="6845652" cy="18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66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E27F-BB1F-267C-D894-EBB66B9C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90DD-D768-E229-7406-08E1E0B0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9FF1-8A3C-FDE6-FB99-E1AB007EA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Relative deadline </a:t>
            </a:r>
            <a:r>
              <a:rPr lang="en-US" b="1" dirty="0" err="1">
                <a:solidFill>
                  <a:srgbClr val="0070C0"/>
                </a:solidFill>
              </a:rPr>
              <a:t>D</a:t>
            </a:r>
            <a:r>
              <a:rPr lang="en-US" b="1" baseline="-25000" dirty="0" err="1">
                <a:solidFill>
                  <a:srgbClr val="0070C0"/>
                </a:solidFill>
              </a:rPr>
              <a:t>ij</a:t>
            </a:r>
            <a:r>
              <a:rPr lang="en-US" dirty="0"/>
              <a:t> – the maximum allowable job response time</a:t>
            </a:r>
          </a:p>
          <a:p>
            <a:r>
              <a:rPr lang="en-US" dirty="0"/>
              <a:t>Absolute deadline </a:t>
            </a:r>
            <a:r>
              <a:rPr lang="en-US" b="1" dirty="0" err="1">
                <a:solidFill>
                  <a:srgbClr val="0070C0"/>
                </a:solidFill>
              </a:rPr>
              <a:t>d</a:t>
            </a:r>
            <a:r>
              <a:rPr lang="en-US" b="1" baseline="-25000" dirty="0" err="1">
                <a:solidFill>
                  <a:srgbClr val="0070C0"/>
                </a:solidFill>
              </a:rPr>
              <a:t>ij</a:t>
            </a:r>
            <a:r>
              <a:rPr lang="en-US" dirty="0"/>
              <a:t> :  the instant of time by which a job is required to be completed</a:t>
            </a:r>
          </a:p>
          <a:p>
            <a:pPr lvl="1"/>
            <a:r>
              <a:rPr lang="en-US" dirty="0"/>
              <a:t>Absolute deadline = release time + relative deadline</a:t>
            </a:r>
          </a:p>
          <a:p>
            <a:pPr lvl="1"/>
            <a:r>
              <a:rPr lang="en-US" dirty="0"/>
              <a:t>Feasible interval for a job </a:t>
            </a:r>
            <a:r>
              <a:rPr lang="en-US" b="1" dirty="0" err="1"/>
              <a:t>J</a:t>
            </a:r>
            <a:r>
              <a:rPr lang="en-US" b="1" baseline="-25000" dirty="0" err="1"/>
              <a:t>ij</a:t>
            </a:r>
            <a:r>
              <a:rPr lang="en-US" dirty="0"/>
              <a:t> is the interval 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r</a:t>
            </a:r>
            <a:r>
              <a:rPr lang="en-US" b="1" baseline="-25000" dirty="0" err="1">
                <a:solidFill>
                  <a:srgbClr val="0070C0"/>
                </a:solidFill>
              </a:rPr>
              <a:t>ij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d</a:t>
            </a:r>
            <a:r>
              <a:rPr lang="en-US" b="1" baseline="-25000" dirty="0" err="1">
                <a:solidFill>
                  <a:srgbClr val="0070C0"/>
                </a:solidFill>
              </a:rPr>
              <a:t>ij</a:t>
            </a:r>
            <a:r>
              <a:rPr lang="en-US" b="1" dirty="0">
                <a:solidFill>
                  <a:srgbClr val="0070C0"/>
                </a:solidFill>
              </a:rPr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3033E-1567-9E1E-1ECB-16CEE0ED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F99B4-A067-1F6D-748D-384DB556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545" y="4028360"/>
            <a:ext cx="7760013" cy="210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37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BE12-5157-4262-AEAE-5BBB6DD2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777C7-851F-4B14-885F-8AE614BC5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Resources in real-time systems are broadly categorized into two main types</a:t>
            </a:r>
          </a:p>
          <a:p>
            <a:r>
              <a:rPr lang="en-US" dirty="0"/>
              <a:t>Active resources (Processors): is an active component on which jobs scheduled</a:t>
            </a:r>
          </a:p>
          <a:p>
            <a:pPr lvl="1"/>
            <a:r>
              <a:rPr lang="en-US" dirty="0"/>
              <a:t>E.g. STM32R103 – one core MCU, max 72MHz </a:t>
            </a:r>
          </a:p>
          <a:p>
            <a:r>
              <a:rPr lang="en-US" dirty="0"/>
              <a:t>Passive Resources (Shared/Logical Resources): These are items needed in addition to processors</a:t>
            </a:r>
          </a:p>
          <a:p>
            <a:pPr lvl="1"/>
            <a:r>
              <a:rPr lang="en-US" dirty="0"/>
              <a:t>E.g. Bus (I2C/SPI); timers for interrupt; timer for PWM; UART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7282C-580A-7741-9D5C-FD557852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67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2896-52F7-C3DE-871B-AB72874D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EE0C-1763-C25A-BB65-947D4E307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Design Flight controller for Drone</a:t>
            </a:r>
          </a:p>
          <a:p>
            <a:pPr marL="0" indent="0">
              <a:buNone/>
            </a:pPr>
            <a:r>
              <a:rPr lang="en-US" dirty="0"/>
              <a:t>Step 2: Model the System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39E1C-B6CC-B5BF-3534-FFABF325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C2720D-E166-A9AB-BE7A-E0C207FC3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961511"/>
              </p:ext>
            </p:extLst>
          </p:nvPr>
        </p:nvGraphicFramePr>
        <p:xfrm>
          <a:off x="1063752" y="2970784"/>
          <a:ext cx="100584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689">
                  <a:extLst>
                    <a:ext uri="{9D8B030D-6E8A-4147-A177-3AD203B41FA5}">
                      <a16:colId xmlns:a16="http://schemas.microsoft.com/office/drawing/2014/main" val="2052867844"/>
                    </a:ext>
                  </a:extLst>
                </a:gridCol>
                <a:gridCol w="1246624">
                  <a:extLst>
                    <a:ext uri="{9D8B030D-6E8A-4147-A177-3AD203B41FA5}">
                      <a16:colId xmlns:a16="http://schemas.microsoft.com/office/drawing/2014/main" val="2995125356"/>
                    </a:ext>
                  </a:extLst>
                </a:gridCol>
                <a:gridCol w="1109735">
                  <a:extLst>
                    <a:ext uri="{9D8B030D-6E8A-4147-A177-3AD203B41FA5}">
                      <a16:colId xmlns:a16="http://schemas.microsoft.com/office/drawing/2014/main" val="166525152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685542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432883050"/>
                    </a:ext>
                  </a:extLst>
                </a:gridCol>
                <a:gridCol w="1456267">
                  <a:extLst>
                    <a:ext uri="{9D8B030D-6E8A-4147-A177-3AD203B41FA5}">
                      <a16:colId xmlns:a16="http://schemas.microsoft.com/office/drawing/2014/main" val="3512681801"/>
                    </a:ext>
                  </a:extLst>
                </a:gridCol>
                <a:gridCol w="1546352">
                  <a:extLst>
                    <a:ext uri="{9D8B030D-6E8A-4147-A177-3AD203B41FA5}">
                      <a16:colId xmlns:a16="http://schemas.microsoft.com/office/drawing/2014/main" val="3127256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Period p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WCET C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 D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Criticality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13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 – Read IMU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7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 – Sensor Fusion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89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 – Altitude control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256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4</a:t>
                      </a:r>
                      <a:r>
                        <a:rPr lang="en-US" baseline="0" dirty="0"/>
                        <a:t> – Motor Update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726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5</a:t>
                      </a:r>
                      <a:r>
                        <a:rPr lang="en-US" baseline="0" dirty="0"/>
                        <a:t> – Telemetry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6585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5C85799-94BF-749A-C3FF-0CBE0140EDBE}"/>
              </a:ext>
            </a:extLst>
          </p:cNvPr>
          <p:cNvSpPr txBox="1"/>
          <p:nvPr/>
        </p:nvSpPr>
        <p:spPr>
          <a:xfrm>
            <a:off x="953685" y="56314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*WCET must be measured on target hardware</a:t>
            </a:r>
          </a:p>
        </p:txBody>
      </p:sp>
    </p:spTree>
    <p:extLst>
      <p:ext uri="{BB962C8B-B14F-4D97-AF65-F5344CB8AC3E}">
        <p14:creationId xmlns:p14="http://schemas.microsoft.com/office/powerpoint/2010/main" val="4053151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D4B3-E4B7-4945-91CD-452AFFBD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61F9-79E0-4C05-88CC-69A5F78D1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workload model also accounts for relationships between tasks</a:t>
            </a:r>
          </a:p>
          <a:p>
            <a:r>
              <a:rPr lang="en-US" dirty="0">
                <a:solidFill>
                  <a:srgbClr val="0070C0"/>
                </a:solidFill>
              </a:rPr>
              <a:t>Precedence Constraints</a:t>
            </a:r>
            <a:r>
              <a:rPr lang="en-US" dirty="0"/>
              <a:t>: Some jobs must execute in a specific order. These dependencies are often modeled using a </a:t>
            </a:r>
            <a:r>
              <a:rPr lang="en-US" dirty="0">
                <a:solidFill>
                  <a:srgbClr val="0070C0"/>
                </a:solidFill>
              </a:rPr>
              <a:t>task graph</a:t>
            </a:r>
          </a:p>
          <a:p>
            <a:r>
              <a:rPr lang="en-US" dirty="0">
                <a:solidFill>
                  <a:srgbClr val="0070C0"/>
                </a:solidFill>
              </a:rPr>
              <a:t>Resource Dependencies</a:t>
            </a:r>
            <a:r>
              <a:rPr lang="en-US" dirty="0"/>
              <a:t>: Jobs may require access to shared passive resources (like memory buffers or databases) and must coordinate their access using synchronization primitives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96EED-96E9-4733-3ED1-EC996F76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99BA-5D09-4DB6-AA61-77F62B4E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37DB6-EAED-429D-9280-4A14B8D5D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76721"/>
            <a:ext cx="10058400" cy="4289079"/>
          </a:xfrm>
        </p:spPr>
        <p:txBody>
          <a:bodyPr/>
          <a:lstStyle/>
          <a:p>
            <a:r>
              <a:rPr lang="en-US" dirty="0"/>
              <a:t>A task graph is a formal model that represents a set of computational jobs and the dependencies between them</a:t>
            </a:r>
          </a:p>
          <a:p>
            <a:pPr lvl="1"/>
            <a:r>
              <a:rPr lang="en-US" dirty="0"/>
              <a:t>Nodes represent individual jobs or computational units</a:t>
            </a:r>
          </a:p>
          <a:p>
            <a:pPr lvl="1"/>
            <a:r>
              <a:rPr lang="en-US" dirty="0"/>
              <a:t>Edges represent the dependencies or precedence constraints between jobs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51CD-1E0E-9F16-33B7-6D7D2FEA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18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A7A3BB-B83D-C417-3C93-ECB2529C7224}"/>
              </a:ext>
            </a:extLst>
          </p:cNvPr>
          <p:cNvGrpSpPr/>
          <p:nvPr/>
        </p:nvGrpSpPr>
        <p:grpSpPr>
          <a:xfrm>
            <a:off x="1540933" y="2916212"/>
            <a:ext cx="8009468" cy="3882521"/>
            <a:chOff x="1540933" y="2916212"/>
            <a:chExt cx="8009468" cy="38825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5C0A10C-6CF8-ABFF-5519-EE4E369D2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3373" y="2916212"/>
              <a:ext cx="7507028" cy="377402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3543F8-9048-155D-D8A6-4F55ED2F35D4}"/>
                </a:ext>
              </a:extLst>
            </p:cNvPr>
            <p:cNvSpPr/>
            <p:nvPr/>
          </p:nvSpPr>
          <p:spPr>
            <a:xfrm>
              <a:off x="1540933" y="5283200"/>
              <a:ext cx="880534" cy="15155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72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21F7-6563-ADDA-7DFD-9555DB6C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03E8-32CC-E3EF-51B6-FD90CB99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19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DA6D1E-0CE9-D957-1918-79596ABB9F75}"/>
              </a:ext>
            </a:extLst>
          </p:cNvPr>
          <p:cNvGrpSpPr/>
          <p:nvPr/>
        </p:nvGrpSpPr>
        <p:grpSpPr>
          <a:xfrm>
            <a:off x="2751664" y="2216031"/>
            <a:ext cx="5808134" cy="2123367"/>
            <a:chOff x="2751664" y="2216031"/>
            <a:chExt cx="5808134" cy="212336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2FD4E37-E7B7-20FE-FA4B-2FBFCB5A4DA2}"/>
                </a:ext>
              </a:extLst>
            </p:cNvPr>
            <p:cNvSpPr/>
            <p:nvPr/>
          </p:nvSpPr>
          <p:spPr>
            <a:xfrm>
              <a:off x="4529666" y="2713567"/>
              <a:ext cx="245533" cy="245533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B6D07D9-2A17-6E21-8D88-21BE0D91F420}"/>
                </a:ext>
              </a:extLst>
            </p:cNvPr>
            <p:cNvSpPr/>
            <p:nvPr/>
          </p:nvSpPr>
          <p:spPr>
            <a:xfrm>
              <a:off x="2921000" y="2713567"/>
              <a:ext cx="245533" cy="245533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2D2CE07-E1C9-B6AC-2E02-F157A2D462D3}"/>
                </a:ext>
              </a:extLst>
            </p:cNvPr>
            <p:cNvSpPr/>
            <p:nvPr/>
          </p:nvSpPr>
          <p:spPr>
            <a:xfrm>
              <a:off x="6138332" y="2713566"/>
              <a:ext cx="245533" cy="245533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03D59C-B51A-4AA5-C657-BB11EFA3C7DE}"/>
                </a:ext>
              </a:extLst>
            </p:cNvPr>
            <p:cNvSpPr/>
            <p:nvPr/>
          </p:nvSpPr>
          <p:spPr>
            <a:xfrm>
              <a:off x="7746998" y="2713566"/>
              <a:ext cx="245533" cy="245533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80CB8E-A52A-89AF-0EF1-5C9285D3DA5A}"/>
                </a:ext>
              </a:extLst>
            </p:cNvPr>
            <p:cNvSpPr/>
            <p:nvPr/>
          </p:nvSpPr>
          <p:spPr>
            <a:xfrm>
              <a:off x="7746997" y="3754967"/>
              <a:ext cx="245533" cy="245533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762D136-2D91-63F9-C383-AA67C4D23759}"/>
                </a:ext>
              </a:extLst>
            </p:cNvPr>
            <p:cNvCxnSpPr>
              <a:stCxn id="8" idx="6"/>
              <a:endCxn id="7" idx="2"/>
            </p:cNvCxnSpPr>
            <p:nvPr/>
          </p:nvCxnSpPr>
          <p:spPr>
            <a:xfrm>
              <a:off x="3166533" y="2836334"/>
              <a:ext cx="136313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3ACB95-D807-C4C1-6FFC-AD4AA5538E89}"/>
                </a:ext>
              </a:extLst>
            </p:cNvPr>
            <p:cNvCxnSpPr/>
            <p:nvPr/>
          </p:nvCxnSpPr>
          <p:spPr>
            <a:xfrm>
              <a:off x="4775199" y="2836334"/>
              <a:ext cx="136313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CB854A-165C-24B8-80F7-CEFE077E9E7E}"/>
                </a:ext>
              </a:extLst>
            </p:cNvPr>
            <p:cNvCxnSpPr/>
            <p:nvPr/>
          </p:nvCxnSpPr>
          <p:spPr>
            <a:xfrm>
              <a:off x="6383865" y="2836334"/>
              <a:ext cx="136313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8379450-CEAF-812D-8DB6-18AAD166506F}"/>
                </a:ext>
              </a:extLst>
            </p:cNvPr>
            <p:cNvCxnSpPr>
              <a:cxnSpLocks/>
              <a:stCxn id="9" idx="6"/>
              <a:endCxn id="11" idx="1"/>
            </p:cNvCxnSpPr>
            <p:nvPr/>
          </p:nvCxnSpPr>
          <p:spPr>
            <a:xfrm>
              <a:off x="6383865" y="2836333"/>
              <a:ext cx="1399089" cy="95459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331401-279E-2A74-715E-FD4676C3EEC8}"/>
                </a:ext>
              </a:extLst>
            </p:cNvPr>
            <p:cNvSpPr txBox="1"/>
            <p:nvPr/>
          </p:nvSpPr>
          <p:spPr>
            <a:xfrm>
              <a:off x="2751664" y="2959099"/>
              <a:ext cx="5672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T</a:t>
              </a:r>
              <a:r>
                <a:rPr lang="en-US" sz="2400" b="1" baseline="-25000" dirty="0"/>
                <a:t>1</a:t>
              </a:r>
              <a:endParaRPr lang="en-US" sz="24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1BFFEF-9D9A-4D6A-67BA-7F92F7BC37EC}"/>
                </a:ext>
              </a:extLst>
            </p:cNvPr>
            <p:cNvSpPr txBox="1"/>
            <p:nvPr/>
          </p:nvSpPr>
          <p:spPr>
            <a:xfrm>
              <a:off x="4284132" y="2959099"/>
              <a:ext cx="5672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T</a:t>
              </a:r>
              <a:r>
                <a:rPr lang="en-US" sz="2400" b="1" baseline="-25000" dirty="0"/>
                <a:t>2</a:t>
              </a:r>
              <a:endParaRPr lang="en-US" sz="24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700305-0A59-C0C1-9E29-8A60EA67E8FA}"/>
                </a:ext>
              </a:extLst>
            </p:cNvPr>
            <p:cNvSpPr txBox="1"/>
            <p:nvPr/>
          </p:nvSpPr>
          <p:spPr>
            <a:xfrm>
              <a:off x="5854698" y="2959099"/>
              <a:ext cx="5672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T</a:t>
              </a:r>
              <a:r>
                <a:rPr lang="en-US" sz="2400" b="1" baseline="-25000" dirty="0"/>
                <a:t>3</a:t>
              </a:r>
              <a:endParaRPr lang="en-US" sz="24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FE96CB-568A-158E-E650-9AC13694495A}"/>
                </a:ext>
              </a:extLst>
            </p:cNvPr>
            <p:cNvSpPr txBox="1"/>
            <p:nvPr/>
          </p:nvSpPr>
          <p:spPr>
            <a:xfrm>
              <a:off x="7869763" y="2216031"/>
              <a:ext cx="5672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T</a:t>
              </a:r>
              <a:r>
                <a:rPr lang="en-US" sz="2400" b="1" baseline="-25000" dirty="0"/>
                <a:t>4</a:t>
              </a:r>
              <a:endParaRPr lang="en-US" sz="2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384B0E-BEE3-8547-F298-B3681F5ECE9C}"/>
                </a:ext>
              </a:extLst>
            </p:cNvPr>
            <p:cNvSpPr txBox="1"/>
            <p:nvPr/>
          </p:nvSpPr>
          <p:spPr>
            <a:xfrm>
              <a:off x="7992530" y="3877733"/>
              <a:ext cx="5672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T</a:t>
              </a:r>
              <a:r>
                <a:rPr lang="en-US" sz="2400" b="1" baseline="-25000" dirty="0"/>
                <a:t>5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49231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5DC3-5870-0F77-E81F-A4F0E8C4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C45-10FD-B828-BC7C-317B07FD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real-time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DD7B-1248-951D-CDB0-5284EFF2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</a:t>
            </a:r>
            <a:r>
              <a:rPr lang="en-US" dirty="0"/>
              <a:t>: Select Scheduling and Synchronization Strategies</a:t>
            </a:r>
          </a:p>
          <a:p>
            <a:pPr lvl="1"/>
            <a:r>
              <a:rPr lang="en-US" dirty="0"/>
              <a:t>Choose a scheduling algorithm</a:t>
            </a:r>
          </a:p>
          <a:p>
            <a:pPr lvl="1"/>
            <a:r>
              <a:rPr lang="en-US" dirty="0"/>
              <a:t>Perform </a:t>
            </a:r>
            <a:r>
              <a:rPr lang="en-US" dirty="0" err="1"/>
              <a:t>schedulability</a:t>
            </a:r>
            <a:r>
              <a:rPr lang="en-US" dirty="0"/>
              <a:t> analysis</a:t>
            </a:r>
          </a:p>
          <a:p>
            <a:pPr lvl="1"/>
            <a:r>
              <a:rPr lang="en-US" dirty="0"/>
              <a:t>Define resource-sharing protocols</a:t>
            </a:r>
          </a:p>
          <a:p>
            <a:pPr lvl="1"/>
            <a:r>
              <a:rPr lang="en-US" dirty="0"/>
              <a:t>Plan for interrupt handling and task preemption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234-3A15-4C58-6CB7-4E27C4AA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92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D6EE-8EA8-9619-7BC9-429EF0A6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scheduling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0791135-F379-DFAE-E8B1-09DA40C0D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514884"/>
              </p:ext>
            </p:extLst>
          </p:nvPr>
        </p:nvGraphicFramePr>
        <p:xfrm>
          <a:off x="-250826" y="1450975"/>
          <a:ext cx="11172825" cy="5186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D4B3E-6C1B-1810-FCCA-118AB0F1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2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F643-BB73-0A3B-1206-019ECF18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9EE8-1090-02C5-B3F4-F984081D0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456267"/>
                <a:ext cx="10058400" cy="5029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Since all the tasks has static priority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>
                    <a:sym typeface="Wingdings" panose="05000000000000000000" pitchFamily="2" charset="2"/>
                  </a:rPr>
                  <a:t>RMS or DMS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/>
                  <a:t>Schedulability</a:t>
                </a:r>
                <a:r>
                  <a:rPr lang="en-US" b="1" dirty="0"/>
                  <a:t> check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CPU utilization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</m:e>
                    </m:nary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IMU:                           0.20/1.0=0.20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err="1"/>
                  <a:t>SensorFusion</a:t>
                </a:r>
                <a:r>
                  <a:rPr lang="en-US" dirty="0"/>
                  <a:t>:          0.60/2.0=0.3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err="1"/>
                  <a:t>AttitudeController</a:t>
                </a:r>
                <a:r>
                  <a:rPr lang="en-US" dirty="0"/>
                  <a:t>: 0.80/4.0=0.2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Telemetry:                1.50/20.0=0.075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Liu and Layland's Utilization Bound for </a:t>
                </a:r>
                <a:r>
                  <a:rPr lang="en-US" dirty="0">
                    <a:solidFill>
                      <a:srgbClr val="0070C0"/>
                    </a:solidFill>
                  </a:rPr>
                  <a:t>n = 4 </a:t>
                </a:r>
                <a:r>
                  <a:rPr lang="en-US" dirty="0"/>
                  <a:t>tasks</a:t>
                </a:r>
              </a:p>
              <a:p>
                <a:pPr marL="274320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𝑏𝑜𝑢𝑛𝑑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=0.757&lt;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fail</a:t>
                </a:r>
                <a:endParaRPr lang="en-US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May need to optimize the task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err="1"/>
                  <a:t>E.g</a:t>
                </a:r>
                <a:r>
                  <a:rPr lang="en-US" dirty="0"/>
                  <a:t> reduce WCET (change sensor, </a:t>
                </a:r>
                <a:r>
                  <a:rPr lang="en-US" dirty="0" err="1"/>
                  <a:t>cpu</a:t>
                </a:r>
                <a:r>
                  <a:rPr lang="en-US" dirty="0"/>
                  <a:t>),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9EE8-1090-02C5-B3F4-F984081D0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456267"/>
                <a:ext cx="10058400" cy="5029200"/>
              </a:xfrm>
              <a:blipFill>
                <a:blip r:embed="rId2"/>
                <a:stretch>
                  <a:fillRect l="-970" t="-1818" b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11E5C-6D18-2D22-C82E-9E5DBCE4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049D3-B20F-4886-1505-CE602D02A307}"/>
              </a:ext>
            </a:extLst>
          </p:cNvPr>
          <p:cNvSpPr txBox="1"/>
          <p:nvPr/>
        </p:nvSpPr>
        <p:spPr>
          <a:xfrm>
            <a:off x="6697133" y="3228945"/>
            <a:ext cx="305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U=0.775 (77.5% </a:t>
            </a:r>
            <a:r>
              <a:rPr lang="en-US" sz="2000" b="1" dirty="0" err="1"/>
              <a:t>cpu</a:t>
            </a:r>
            <a:r>
              <a:rPr lang="en-US" dirty="0"/>
              <a:t>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714C861-E08E-5B64-BEAB-B4253C0CD9C5}"/>
              </a:ext>
            </a:extLst>
          </p:cNvPr>
          <p:cNvSpPr/>
          <p:nvPr/>
        </p:nvSpPr>
        <p:spPr>
          <a:xfrm>
            <a:off x="6028267" y="2413000"/>
            <a:ext cx="423333" cy="1964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22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8C54-4AA2-22DB-9670-F9B8ACEF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92B9-1277-C694-6385-25714733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real-time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F16F7-9B36-8935-9A9B-1C9B040B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</a:t>
            </a:r>
            <a:r>
              <a:rPr lang="en-US" dirty="0"/>
              <a:t>: Select Hardware and RTOS</a:t>
            </a:r>
          </a:p>
          <a:p>
            <a:pPr lvl="1"/>
            <a:r>
              <a:rPr lang="en-US" dirty="0"/>
              <a:t>Select hardware platform</a:t>
            </a:r>
          </a:p>
          <a:p>
            <a:pPr lvl="1"/>
            <a:r>
              <a:rPr lang="en-US" dirty="0"/>
              <a:t>Choose an RTOS</a:t>
            </a:r>
          </a:p>
          <a:p>
            <a:r>
              <a:rPr lang="en-US" b="1" dirty="0"/>
              <a:t>Step 5</a:t>
            </a:r>
            <a:r>
              <a:rPr lang="en-US" dirty="0"/>
              <a:t>: Design and Implement Software Architecture</a:t>
            </a:r>
          </a:p>
          <a:p>
            <a:pPr lvl="1"/>
            <a:r>
              <a:rPr lang="en-US" dirty="0"/>
              <a:t>Implement each task with clear timing control</a:t>
            </a:r>
          </a:p>
          <a:p>
            <a:pPr lvl="1"/>
            <a:r>
              <a:rPr lang="en-US" dirty="0"/>
              <a:t>Implement priority-based preemption</a:t>
            </a:r>
          </a:p>
          <a:p>
            <a:pPr lvl="1"/>
            <a:r>
              <a:rPr lang="en-US" dirty="0"/>
              <a:t>Ensure fault isolation — one task’s failure shouldn’t crash the system</a:t>
            </a:r>
          </a:p>
          <a:p>
            <a:r>
              <a:rPr lang="en-US" b="1" dirty="0"/>
              <a:t>Step 6</a:t>
            </a:r>
            <a:r>
              <a:rPr lang="en-US" dirty="0"/>
              <a:t>: Perform Timing and Functional Verification</a:t>
            </a:r>
          </a:p>
          <a:p>
            <a:pPr lvl="1"/>
            <a:r>
              <a:rPr lang="en-US" dirty="0"/>
              <a:t>Measure response times, jitter, CPU utilization.</a:t>
            </a:r>
          </a:p>
          <a:p>
            <a:pPr lvl="1"/>
            <a:r>
              <a:rPr lang="en-US" dirty="0"/>
              <a:t>Use simulation or trace tools </a:t>
            </a:r>
          </a:p>
          <a:p>
            <a:pPr lvl="1"/>
            <a:r>
              <a:rPr lang="en-US" dirty="0"/>
              <a:t>Test under worst-case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62204-1C8E-3892-DFF9-28ABA54D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37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D848-60FB-F7F0-8211-CB3F5797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real-time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26116-6175-4DD0-050A-1A0B1AA8D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7</a:t>
            </a:r>
            <a:r>
              <a:rPr lang="en-US" dirty="0"/>
              <a:t>: Optimize and Validate</a:t>
            </a:r>
          </a:p>
          <a:p>
            <a:pPr lvl="1"/>
            <a:r>
              <a:rPr lang="en-US" dirty="0"/>
              <a:t>Optimize task code (reduce WCET)</a:t>
            </a:r>
          </a:p>
          <a:p>
            <a:pPr lvl="1"/>
            <a:r>
              <a:rPr lang="en-US" dirty="0"/>
              <a:t>Tune scheduling parameters</a:t>
            </a:r>
          </a:p>
          <a:p>
            <a:pPr lvl="1"/>
            <a:r>
              <a:rPr lang="en-US" dirty="0"/>
              <a:t>Validate system in real environment</a:t>
            </a:r>
          </a:p>
          <a:p>
            <a:r>
              <a:rPr lang="en-US" b="1" dirty="0"/>
              <a:t>Step 8</a:t>
            </a:r>
            <a:r>
              <a:rPr lang="en-US" dirty="0"/>
              <a:t>: Safety, Fault Tolerance, and Maintenance</a:t>
            </a:r>
          </a:p>
          <a:p>
            <a:pPr lvl="1"/>
            <a:r>
              <a:rPr lang="en-US" dirty="0"/>
              <a:t>Add watchdog timers and error recovery mechanisms</a:t>
            </a:r>
          </a:p>
          <a:p>
            <a:pPr lvl="1"/>
            <a:r>
              <a:rPr lang="en-US" dirty="0"/>
              <a:t>Design redundancy for critical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09E31-9CC8-5F61-6131-7FC1BBC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06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916A-D6AE-8DDA-33FA-4F79DE47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717D-6B3E-789A-01AE-11CA97A1A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Conduct step 1-3 for the below system</a:t>
            </a:r>
          </a:p>
          <a:p>
            <a:r>
              <a:rPr lang="en-US" dirty="0"/>
              <a:t>Autonomous Car</a:t>
            </a:r>
          </a:p>
          <a:p>
            <a:pPr lvl="1"/>
            <a:r>
              <a:rPr lang="en-US" dirty="0"/>
              <a:t>Camera capture</a:t>
            </a:r>
          </a:p>
          <a:p>
            <a:pPr lvl="1"/>
            <a:r>
              <a:rPr lang="en-US" dirty="0"/>
              <a:t>Lane detection</a:t>
            </a:r>
          </a:p>
          <a:p>
            <a:pPr lvl="1"/>
            <a:r>
              <a:rPr lang="en-US" dirty="0"/>
              <a:t>Obstacle detection (YOLO)</a:t>
            </a:r>
          </a:p>
          <a:p>
            <a:pPr lvl="1"/>
            <a:r>
              <a:rPr lang="en-US" dirty="0"/>
              <a:t>PID control</a:t>
            </a:r>
          </a:p>
          <a:p>
            <a:pPr lvl="1"/>
            <a:r>
              <a:rPr lang="en-US" dirty="0"/>
              <a:t>Dashboard display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FE6B5-B1AA-0E1B-39AD-B68B6400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22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D9C4-F70B-C10A-99ED-5AA72DEC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7EB6-C6C3-1C22-20D6-5C1AACD5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2C745-71CC-1919-6641-D6FF85AB3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Conduct step 1-3 for the below system</a:t>
            </a:r>
          </a:p>
          <a:p>
            <a:r>
              <a:rPr lang="en-US" dirty="0"/>
              <a:t>Robotic Arm Controller</a:t>
            </a:r>
          </a:p>
          <a:p>
            <a:pPr lvl="1"/>
            <a:r>
              <a:rPr lang="en-US" dirty="0"/>
              <a:t>Encoder reading</a:t>
            </a:r>
          </a:p>
          <a:p>
            <a:pPr lvl="1"/>
            <a:r>
              <a:rPr lang="en-US" dirty="0"/>
              <a:t>Kinematics calculation</a:t>
            </a:r>
          </a:p>
          <a:p>
            <a:pPr lvl="1"/>
            <a:r>
              <a:rPr lang="en-US" dirty="0"/>
              <a:t>Inverse dynamics control</a:t>
            </a:r>
          </a:p>
          <a:p>
            <a:pPr lvl="1"/>
            <a:r>
              <a:rPr lang="en-US" dirty="0"/>
              <a:t>Motor PWM update</a:t>
            </a:r>
          </a:p>
          <a:p>
            <a:pPr lvl="1"/>
            <a:r>
              <a:rPr lang="en-US"/>
              <a:t>Safety monitor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77377-EB84-4767-1913-1471CEDC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79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379</TotalTime>
  <Words>1376</Words>
  <Application>Microsoft Office PowerPoint</Application>
  <PresentationFormat>Widescreen</PresentationFormat>
  <Paragraphs>240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Calibri</vt:lpstr>
      <vt:lpstr>Cambria Math</vt:lpstr>
      <vt:lpstr>Rockwell</vt:lpstr>
      <vt:lpstr>Rockwell Condensed</vt:lpstr>
      <vt:lpstr>Wingdings</vt:lpstr>
      <vt:lpstr>Wood Type</vt:lpstr>
      <vt:lpstr>reference model for real-time systems</vt:lpstr>
      <vt:lpstr>Reference model </vt:lpstr>
      <vt:lpstr>Common Terms</vt:lpstr>
      <vt:lpstr>Designing a real-time system</vt:lpstr>
      <vt:lpstr>Example</vt:lpstr>
      <vt:lpstr>Designing a real-time system</vt:lpstr>
      <vt:lpstr>Types of task</vt:lpstr>
      <vt:lpstr>Types of task</vt:lpstr>
      <vt:lpstr>Criticality</vt:lpstr>
      <vt:lpstr>Example</vt:lpstr>
      <vt:lpstr>Temporal Parameters</vt:lpstr>
      <vt:lpstr>Temporal parameters</vt:lpstr>
      <vt:lpstr>Temporal parameters</vt:lpstr>
      <vt:lpstr>Temporal parameters</vt:lpstr>
      <vt:lpstr>Resources model</vt:lpstr>
      <vt:lpstr>Example</vt:lpstr>
      <vt:lpstr>Task relationship</vt:lpstr>
      <vt:lpstr>Task Graph</vt:lpstr>
      <vt:lpstr>Example</vt:lpstr>
      <vt:lpstr>Designing a real-time system</vt:lpstr>
      <vt:lpstr>Real-time scheduling</vt:lpstr>
      <vt:lpstr>Example</vt:lpstr>
      <vt:lpstr>Designing a real-time system</vt:lpstr>
      <vt:lpstr>Designing a real-time system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b</dc:creator>
  <cp:lastModifiedBy>duc b</cp:lastModifiedBy>
  <cp:revision>38</cp:revision>
  <dcterms:created xsi:type="dcterms:W3CDTF">2025-10-20T03:05:03Z</dcterms:created>
  <dcterms:modified xsi:type="dcterms:W3CDTF">2025-11-06T06:53:30Z</dcterms:modified>
</cp:coreProperties>
</file>