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7"/>
  </p:notesMasterIdLst>
  <p:sldIdLst>
    <p:sldId id="256" r:id="rId2"/>
    <p:sldId id="296" r:id="rId3"/>
    <p:sldId id="298" r:id="rId4"/>
    <p:sldId id="299" r:id="rId5"/>
    <p:sldId id="300" r:id="rId6"/>
  </p:sldIdLst>
  <p:sldSz cx="9144000" cy="5143500" type="screen16x9"/>
  <p:notesSz cx="6858000" cy="9144000"/>
  <p:embeddedFontLst>
    <p:embeddedFont>
      <p:font typeface="Lora" panose="020B0604020202020204" charset="0"/>
      <p:regular r:id="rId8"/>
      <p:bold r:id="rId9"/>
      <p:italic r:id="rId10"/>
      <p:boldItalic r:id="rId11"/>
    </p:embeddedFont>
    <p:embeddedFont>
      <p:font typeface="Quattrocento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836041E-B032-4468-B547-B3CB4120DE19}">
          <p14:sldIdLst>
            <p14:sldId id="256"/>
            <p14:sldId id="296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01F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5B2040-0373-4AB5-8C16-54180E59C3D7}">
  <a:tblStyle styleId="{DA5B2040-0373-4AB5-8C16-54180E59C3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83C8C0-4F54-423C-8FE9-BE38F65F23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784" autoAdjust="0"/>
  </p:normalViewPr>
  <p:slideViewPr>
    <p:cSldViewPr snapToGrid="0">
      <p:cViewPr>
        <p:scale>
          <a:sx n="118" d="100"/>
          <a:sy n="118" d="100"/>
        </p:scale>
        <p:origin x="861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38939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41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1250" y="47022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8"/>
          <p:cNvCxnSpPr/>
          <p:nvPr/>
        </p:nvCxnSpPr>
        <p:spPr>
          <a:xfrm>
            <a:off x="0" y="705841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8"/>
          <p:cNvSpPr/>
          <p:nvPr/>
        </p:nvSpPr>
        <p:spPr>
          <a:xfrm>
            <a:off x="817475" y="502883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5265650" y="705841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996630" y="2007698"/>
            <a:ext cx="558504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Review of Search Algoithm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4CC9D-0593-F680-AC87-921FD464BE28}"/>
              </a:ext>
            </a:extLst>
          </p:cNvPr>
          <p:cNvSpPr/>
          <p:nvPr/>
        </p:nvSpPr>
        <p:spPr>
          <a:xfrm>
            <a:off x="889279" y="616328"/>
            <a:ext cx="6742444" cy="1276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oogle Shape;72;p12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1;p12"/>
          <p:cNvSpPr txBox="1">
            <a:spLocks/>
          </p:cNvSpPr>
          <p:nvPr/>
        </p:nvSpPr>
        <p:spPr>
          <a:xfrm>
            <a:off x="996630" y="1227804"/>
            <a:ext cx="5449388" cy="664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  <a:defRPr sz="36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Introduction to Artificial Intelligent (AI)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Exercises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78E03-54AE-F06E-4CCC-549C9BD86C4E}"/>
              </a:ext>
            </a:extLst>
          </p:cNvPr>
          <p:cNvSpPr txBox="1"/>
          <p:nvPr/>
        </p:nvSpPr>
        <p:spPr>
          <a:xfrm>
            <a:off x="765386" y="1004570"/>
            <a:ext cx="586570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vi-VN" sz="2000" dirty="0"/>
              <a:t>Cho bài toán tìm kiếm đường đi từ A đến G với như hình bên</a:t>
            </a:r>
            <a:endParaRPr lang="en-US" sz="20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breadth-first search (BFS)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uniform cost search</a:t>
            </a:r>
          </a:p>
        </p:txBody>
      </p:sp>
      <p:pic>
        <p:nvPicPr>
          <p:cNvPr id="5" name="Picture 4" descr="Refer to caption">
            <a:extLst>
              <a:ext uri="{FF2B5EF4-FFF2-40B4-BE49-F238E27FC236}">
                <a16:creationId xmlns:a16="http://schemas.microsoft.com/office/drawing/2014/main" id="{EEDA43AA-2942-4E56-E568-CE0803D94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534" y="935284"/>
            <a:ext cx="2412644" cy="24957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263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Exercises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78E03-54AE-F06E-4CCC-549C9BD86C4E}"/>
              </a:ext>
            </a:extLst>
          </p:cNvPr>
          <p:cNvSpPr txBox="1"/>
          <p:nvPr/>
        </p:nvSpPr>
        <p:spPr>
          <a:xfrm>
            <a:off x="765385" y="1004570"/>
            <a:ext cx="7843521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vi-VN" sz="2000" dirty="0"/>
              <a:t>Cho bài toán tìm kiếm đường đi từ S đến Z với hàm heuristic như hình </a:t>
            </a:r>
            <a:r>
              <a:rPr lang="en-US" sz="2000" dirty="0" err="1"/>
              <a:t>sau</a:t>
            </a: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uniform cost search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Greedy search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vi-VN" sz="2000" dirty="0"/>
              <a:t>Tìm đường đi theo thuật toán A*</a:t>
            </a: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8FB3CB-0759-2B89-D503-7C7B5D3F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374" y="1534479"/>
            <a:ext cx="3625320" cy="19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2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Exercises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78E03-54AE-F06E-4CCC-549C9BD86C4E}"/>
              </a:ext>
            </a:extLst>
          </p:cNvPr>
          <p:cNvSpPr txBox="1"/>
          <p:nvPr/>
        </p:nvSpPr>
        <p:spPr>
          <a:xfrm>
            <a:off x="765385" y="1004570"/>
            <a:ext cx="79248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vi-VN" sz="2000" dirty="0"/>
              <a:t>Cho bài toán tìm kiếm đường đi từ S đến </a:t>
            </a:r>
            <a:r>
              <a:rPr lang="en-US" sz="2000" dirty="0"/>
              <a:t>G</a:t>
            </a:r>
            <a:r>
              <a:rPr lang="vi-VN" sz="2000" dirty="0"/>
              <a:t> với hàm heuristic như hình bên dưới</a:t>
            </a:r>
            <a:r>
              <a:rPr lang="en-US" sz="2000" dirty="0"/>
              <a:t>:</a:t>
            </a:r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000" dirty="0" err="1"/>
              <a:t>Giữa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A* </a:t>
            </a:r>
            <a:r>
              <a:rPr lang="en-US" sz="2000" dirty="0" err="1"/>
              <a:t>và</a:t>
            </a:r>
            <a:r>
              <a:rPr lang="en-US" sz="2000" dirty="0"/>
              <a:t> greedy search, </a:t>
            </a:r>
            <a:r>
              <a:rPr lang="en-US" sz="2000" dirty="0" err="1"/>
              <a:t>thuật</a:t>
            </a:r>
            <a:r>
              <a:rPr lang="en-US" sz="2000" dirty="0"/>
              <a:t> 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tối</a:t>
            </a:r>
            <a:r>
              <a:rPr lang="en-US" sz="2000" dirty="0"/>
              <a:t> </a:t>
            </a: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?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7BC814-6C9E-46FE-DFD0-718996A9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4" y="1598286"/>
            <a:ext cx="3768456" cy="229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3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C550-1688-4310-8C92-A69EBCA7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91242-59D4-414C-B126-E310FD8304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6AC73-7C87-459A-AE17-6E43D995B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06" y="951317"/>
            <a:ext cx="4348418" cy="30464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C299C6-6CAC-49EC-858B-A9C2464CF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745" y="1780807"/>
            <a:ext cx="3241960" cy="24113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AF48AF-9E6A-4DE7-A875-38A81F9D0C74}"/>
              </a:ext>
            </a:extLst>
          </p:cNvPr>
          <p:cNvSpPr txBox="1"/>
          <p:nvPr/>
        </p:nvSpPr>
        <p:spPr>
          <a:xfrm>
            <a:off x="1095513" y="4226386"/>
            <a:ext cx="6824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Write a program to suggest friend for a user?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Write a program find the shortest path between two users?</a:t>
            </a:r>
          </a:p>
        </p:txBody>
      </p:sp>
    </p:spTree>
    <p:extLst>
      <p:ext uri="{BB962C8B-B14F-4D97-AF65-F5344CB8AC3E}">
        <p14:creationId xmlns:p14="http://schemas.microsoft.com/office/powerpoint/2010/main" val="912414555"/>
      </p:ext>
    </p:extLst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152</Words>
  <Application>Microsoft Office PowerPoint</Application>
  <PresentationFormat>On-screen Show (16:9)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Quattrocento Sans</vt:lpstr>
      <vt:lpstr>Lora</vt:lpstr>
      <vt:lpstr>Arial</vt:lpstr>
      <vt:lpstr>Viola template</vt:lpstr>
      <vt:lpstr>Review of Search Algoithm</vt:lpstr>
      <vt:lpstr>Exercises</vt:lpstr>
      <vt:lpstr>Exercises</vt:lpstr>
      <vt:lpstr>Exercises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PC</dc:creator>
  <cp:lastModifiedBy>duc b</cp:lastModifiedBy>
  <cp:revision>89</cp:revision>
  <dcterms:modified xsi:type="dcterms:W3CDTF">2024-09-11T03:37:45Z</dcterms:modified>
</cp:coreProperties>
</file>