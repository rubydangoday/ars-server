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9"/>
  </p:notesMasterIdLst>
  <p:sldIdLst>
    <p:sldId id="256" r:id="rId2"/>
    <p:sldId id="304" r:id="rId3"/>
    <p:sldId id="261" r:id="rId4"/>
    <p:sldId id="257" r:id="rId5"/>
    <p:sldId id="267" r:id="rId6"/>
    <p:sldId id="258" r:id="rId7"/>
    <p:sldId id="305" r:id="rId8"/>
    <p:sldId id="268" r:id="rId9"/>
    <p:sldId id="269" r:id="rId10"/>
    <p:sldId id="270" r:id="rId11"/>
    <p:sldId id="306" r:id="rId12"/>
    <p:sldId id="307" r:id="rId13"/>
    <p:sldId id="308" r:id="rId14"/>
    <p:sldId id="309" r:id="rId15"/>
    <p:sldId id="310" r:id="rId16"/>
    <p:sldId id="311" r:id="rId17"/>
    <p:sldId id="312" r:id="rId18"/>
    <p:sldId id="313" r:id="rId19"/>
    <p:sldId id="317" r:id="rId20"/>
    <p:sldId id="318" r:id="rId21"/>
    <p:sldId id="315" r:id="rId22"/>
    <p:sldId id="314" r:id="rId23"/>
    <p:sldId id="321" r:id="rId24"/>
    <p:sldId id="319" r:id="rId25"/>
    <p:sldId id="316" r:id="rId26"/>
    <p:sldId id="322" r:id="rId27"/>
    <p:sldId id="32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FF5F33"/>
    <a:srgbClr val="FF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92596" autoAdjust="0"/>
  </p:normalViewPr>
  <p:slideViewPr>
    <p:cSldViewPr>
      <p:cViewPr varScale="1">
        <p:scale>
          <a:sx n="72" d="100"/>
          <a:sy n="72" d="100"/>
        </p:scale>
        <p:origin x="68" y="8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9B9FAB-32E7-4645-8DF9-DAC617D052B1}" type="doc">
      <dgm:prSet loTypeId="urn:microsoft.com/office/officeart/2005/8/layout/radial5" loCatId="cycle" qsTypeId="urn:microsoft.com/office/officeart/2005/8/quickstyle/simple5" qsCatId="simple" csTypeId="urn:microsoft.com/office/officeart/2005/8/colors/colorful1" csCatId="colorful" phldr="1"/>
      <dgm:spPr/>
      <dgm:t>
        <a:bodyPr/>
        <a:lstStyle/>
        <a:p>
          <a:endParaRPr lang="en-US"/>
        </a:p>
      </dgm:t>
    </dgm:pt>
    <dgm:pt modelId="{15AE8AA3-12F1-4C9C-9497-9EDCD7DC789F}">
      <dgm:prSet phldrT="[Text]" custT="1"/>
      <dgm:spPr/>
      <dgm:t>
        <a:bodyPr/>
        <a:lstStyle/>
        <a:p>
          <a:r>
            <a:rPr lang="en-US" sz="1050" b="1" dirty="0"/>
            <a:t>Hardware Control</a:t>
          </a:r>
        </a:p>
      </dgm:t>
    </dgm:pt>
    <dgm:pt modelId="{2690F236-9C4A-4DF6-8F25-D5575E01A53B}" type="parTrans" cxnId="{EE9BC2E3-AF6A-48B8-BA66-690BCCB86DCE}">
      <dgm:prSet/>
      <dgm:spPr/>
      <dgm:t>
        <a:bodyPr/>
        <a:lstStyle/>
        <a:p>
          <a:endParaRPr lang="en-US"/>
        </a:p>
      </dgm:t>
    </dgm:pt>
    <dgm:pt modelId="{2248CC61-842E-4819-B2BD-0E89882B6A7C}" type="sibTrans" cxnId="{EE9BC2E3-AF6A-48B8-BA66-690BCCB86DCE}">
      <dgm:prSet/>
      <dgm:spPr/>
      <dgm:t>
        <a:bodyPr/>
        <a:lstStyle/>
        <a:p>
          <a:endParaRPr lang="en-US"/>
        </a:p>
      </dgm:t>
    </dgm:pt>
    <dgm:pt modelId="{A736AE27-88F5-441D-AEC5-B5DBA0C8DC36}">
      <dgm:prSet phldrT="[Text]"/>
      <dgm:spPr/>
      <dgm:t>
        <a:bodyPr/>
        <a:lstStyle/>
        <a:p>
          <a:endParaRPr lang="en-US" dirty="0"/>
        </a:p>
      </dgm:t>
    </dgm:pt>
    <dgm:pt modelId="{2F3B4E29-002D-4FC3-A66F-16DD6B62887A}" type="parTrans" cxnId="{679038C4-410D-4BAB-85D2-A76E9384764E}">
      <dgm:prSet/>
      <dgm:spPr/>
      <dgm:t>
        <a:bodyPr/>
        <a:lstStyle/>
        <a:p>
          <a:endParaRPr lang="en-US"/>
        </a:p>
      </dgm:t>
    </dgm:pt>
    <dgm:pt modelId="{D74E7B3A-3C51-45B0-9102-6255A3DD2048}" type="sibTrans" cxnId="{679038C4-410D-4BAB-85D2-A76E9384764E}">
      <dgm:prSet/>
      <dgm:spPr/>
      <dgm:t>
        <a:bodyPr/>
        <a:lstStyle/>
        <a:p>
          <a:endParaRPr lang="en-US"/>
        </a:p>
      </dgm:t>
    </dgm:pt>
    <dgm:pt modelId="{8198A705-2CFC-4317-AE34-ACF6CC6AD75F}">
      <dgm:prSet phldrT="[Text]" custT="1"/>
      <dgm:spPr/>
      <dgm:t>
        <a:bodyPr/>
        <a:lstStyle/>
        <a:p>
          <a:r>
            <a:rPr lang="en-US" sz="1050" b="1" dirty="0"/>
            <a:t>GUI tools</a:t>
          </a:r>
        </a:p>
      </dgm:t>
    </dgm:pt>
    <dgm:pt modelId="{0813AF43-A8BA-4872-BF35-9799A405161C}" type="sibTrans" cxnId="{4F07D91D-532D-4010-B74B-1745380A8493}">
      <dgm:prSet/>
      <dgm:spPr/>
      <dgm:t>
        <a:bodyPr/>
        <a:lstStyle/>
        <a:p>
          <a:endParaRPr lang="en-US"/>
        </a:p>
      </dgm:t>
    </dgm:pt>
    <dgm:pt modelId="{979D9202-E079-469A-B474-9BDE31C9D8CF}" type="parTrans" cxnId="{4F07D91D-532D-4010-B74B-1745380A8493}">
      <dgm:prSet/>
      <dgm:spPr/>
      <dgm:t>
        <a:bodyPr/>
        <a:lstStyle/>
        <a:p>
          <a:endParaRPr lang="en-US"/>
        </a:p>
      </dgm:t>
    </dgm:pt>
    <dgm:pt modelId="{8DC21F7B-4B3E-48B9-A9CC-226BAF219A02}">
      <dgm:prSet phldrT="[Text]" custT="1"/>
      <dgm:spPr/>
      <dgm:t>
        <a:bodyPr/>
        <a:lstStyle/>
        <a:p>
          <a:r>
            <a:rPr lang="en-US" sz="1050" b="1" dirty="0"/>
            <a:t>Computational </a:t>
          </a:r>
          <a:r>
            <a:rPr lang="en-US" sz="1050" b="1" dirty="0" err="1"/>
            <a:t>Infrastructurre</a:t>
          </a:r>
          <a:endParaRPr lang="en-US" sz="1050" b="1" dirty="0"/>
        </a:p>
      </dgm:t>
    </dgm:pt>
    <dgm:pt modelId="{F6082FEE-AC54-4801-8565-284104B4F57C}" type="sibTrans" cxnId="{3C5C29B8-F6F2-40AF-9C3D-53E14A53C102}">
      <dgm:prSet/>
      <dgm:spPr/>
      <dgm:t>
        <a:bodyPr/>
        <a:lstStyle/>
        <a:p>
          <a:endParaRPr lang="en-US"/>
        </a:p>
      </dgm:t>
    </dgm:pt>
    <dgm:pt modelId="{0EF50FBD-ED01-4EFF-B6E7-FCF384CDCAD6}" type="parTrans" cxnId="{3C5C29B8-F6F2-40AF-9C3D-53E14A53C102}">
      <dgm:prSet/>
      <dgm:spPr/>
      <dgm:t>
        <a:bodyPr/>
        <a:lstStyle/>
        <a:p>
          <a:endParaRPr lang="en-US"/>
        </a:p>
      </dgm:t>
    </dgm:pt>
    <dgm:pt modelId="{3B11BCBB-01F2-4041-9364-06805EA6E1CB}">
      <dgm:prSet phldrT="[Text]" custT="1"/>
      <dgm:spPr/>
      <dgm:t>
        <a:bodyPr/>
        <a:lstStyle/>
        <a:p>
          <a:r>
            <a:rPr lang="en-US" sz="1050" b="1" dirty="0"/>
            <a:t>Robotics algorithms</a:t>
          </a:r>
        </a:p>
      </dgm:t>
    </dgm:pt>
    <dgm:pt modelId="{85C7FE0A-BC13-49D1-9A2E-A7D9FEB42881}" type="sibTrans" cxnId="{D8F6958D-6CE1-42F6-B8C4-50C3F23DB2C9}">
      <dgm:prSet/>
      <dgm:spPr/>
      <dgm:t>
        <a:bodyPr/>
        <a:lstStyle/>
        <a:p>
          <a:endParaRPr lang="en-US"/>
        </a:p>
      </dgm:t>
    </dgm:pt>
    <dgm:pt modelId="{C8CFC543-8F7A-4171-808B-8A7F2A7B19D9}" type="parTrans" cxnId="{D8F6958D-6CE1-42F6-B8C4-50C3F23DB2C9}">
      <dgm:prSet/>
      <dgm:spPr/>
      <dgm:t>
        <a:bodyPr/>
        <a:lstStyle/>
        <a:p>
          <a:endParaRPr lang="en-US"/>
        </a:p>
      </dgm:t>
    </dgm:pt>
    <dgm:pt modelId="{4D1EB96D-FF42-4566-BB16-9F0550FA4CC7}">
      <dgm:prSet phldrT="[Text]"/>
      <dgm:spPr/>
      <dgm:t>
        <a:bodyPr/>
        <a:lstStyle/>
        <a:p>
          <a:r>
            <a:rPr lang="en-US" dirty="0"/>
            <a:t>ROS</a:t>
          </a:r>
        </a:p>
      </dgm:t>
    </dgm:pt>
    <dgm:pt modelId="{D24401EF-E584-4105-8D20-FFF9EC48422F}" type="sibTrans" cxnId="{7F96C930-1D3A-46CB-8B41-C6086FC0E978}">
      <dgm:prSet/>
      <dgm:spPr/>
      <dgm:t>
        <a:bodyPr/>
        <a:lstStyle/>
        <a:p>
          <a:endParaRPr lang="en-US"/>
        </a:p>
      </dgm:t>
    </dgm:pt>
    <dgm:pt modelId="{E582025B-8893-4FAD-9233-3FC7BB26566E}" type="parTrans" cxnId="{7F96C930-1D3A-46CB-8B41-C6086FC0E978}">
      <dgm:prSet/>
      <dgm:spPr/>
      <dgm:t>
        <a:bodyPr/>
        <a:lstStyle/>
        <a:p>
          <a:endParaRPr lang="en-US"/>
        </a:p>
      </dgm:t>
    </dgm:pt>
    <dgm:pt modelId="{B5B40297-C4AA-4601-8564-AB1846256777}" type="pres">
      <dgm:prSet presAssocID="{E19B9FAB-32E7-4645-8DF9-DAC617D052B1}" presName="Name0" presStyleCnt="0">
        <dgm:presLayoutVars>
          <dgm:chMax val="1"/>
          <dgm:dir/>
          <dgm:animLvl val="ctr"/>
          <dgm:resizeHandles val="exact"/>
        </dgm:presLayoutVars>
      </dgm:prSet>
      <dgm:spPr/>
    </dgm:pt>
    <dgm:pt modelId="{7A9F43ED-A03B-457F-B520-71FBFC7421DB}" type="pres">
      <dgm:prSet presAssocID="{4D1EB96D-FF42-4566-BB16-9F0550FA4CC7}" presName="centerShape" presStyleLbl="node0" presStyleIdx="0" presStyleCnt="1" custScaleX="192036" custScaleY="170699"/>
      <dgm:spPr/>
    </dgm:pt>
    <dgm:pt modelId="{F43DB300-9689-4936-9A07-9BE22C1347D6}" type="pres">
      <dgm:prSet presAssocID="{2690F236-9C4A-4DF6-8F25-D5575E01A53B}" presName="parTrans" presStyleLbl="sibTrans2D1" presStyleIdx="0" presStyleCnt="4"/>
      <dgm:spPr/>
    </dgm:pt>
    <dgm:pt modelId="{828DC3D7-395A-4C84-9BE5-69485385A91F}" type="pres">
      <dgm:prSet presAssocID="{2690F236-9C4A-4DF6-8F25-D5575E01A53B}" presName="connectorText" presStyleLbl="sibTrans2D1" presStyleIdx="0" presStyleCnt="4"/>
      <dgm:spPr/>
    </dgm:pt>
    <dgm:pt modelId="{057B34F4-2662-40D0-BEEA-6E7219BAF8E7}" type="pres">
      <dgm:prSet presAssocID="{15AE8AA3-12F1-4C9C-9497-9EDCD7DC789F}" presName="node" presStyleLbl="node1" presStyleIdx="0" presStyleCnt="4" custScaleX="181938" custRadScaleRad="138854" custRadScaleInc="107464">
        <dgm:presLayoutVars>
          <dgm:bulletEnabled val="1"/>
        </dgm:presLayoutVars>
      </dgm:prSet>
      <dgm:spPr/>
    </dgm:pt>
    <dgm:pt modelId="{0603B9E4-D7DD-40E9-9DB4-CF016BD7E053}" type="pres">
      <dgm:prSet presAssocID="{C8CFC543-8F7A-4171-808B-8A7F2A7B19D9}" presName="parTrans" presStyleLbl="sibTrans2D1" presStyleIdx="1" presStyleCnt="4"/>
      <dgm:spPr/>
    </dgm:pt>
    <dgm:pt modelId="{790EEAC6-5FD8-469E-83B9-379F178FBCCF}" type="pres">
      <dgm:prSet presAssocID="{C8CFC543-8F7A-4171-808B-8A7F2A7B19D9}" presName="connectorText" presStyleLbl="sibTrans2D1" presStyleIdx="1" presStyleCnt="4"/>
      <dgm:spPr/>
    </dgm:pt>
    <dgm:pt modelId="{99BB5CEB-6CC9-4DFC-BB77-2E6C4EDE9672}" type="pres">
      <dgm:prSet presAssocID="{3B11BCBB-01F2-4041-9364-06805EA6E1CB}" presName="node" presStyleLbl="node1" presStyleIdx="1" presStyleCnt="4" custScaleX="187080" custRadScaleRad="138715" custRadScaleInc="88493">
        <dgm:presLayoutVars>
          <dgm:bulletEnabled val="1"/>
        </dgm:presLayoutVars>
      </dgm:prSet>
      <dgm:spPr/>
    </dgm:pt>
    <dgm:pt modelId="{D7D58EA5-90B7-4FF1-AAAE-00A94A047BED}" type="pres">
      <dgm:prSet presAssocID="{0EF50FBD-ED01-4EFF-B6E7-FCF384CDCAD6}" presName="parTrans" presStyleLbl="sibTrans2D1" presStyleIdx="2" presStyleCnt="4"/>
      <dgm:spPr/>
    </dgm:pt>
    <dgm:pt modelId="{95998814-2789-4BBC-B34D-45FD12EB8D87}" type="pres">
      <dgm:prSet presAssocID="{0EF50FBD-ED01-4EFF-B6E7-FCF384CDCAD6}" presName="connectorText" presStyleLbl="sibTrans2D1" presStyleIdx="2" presStyleCnt="4"/>
      <dgm:spPr/>
    </dgm:pt>
    <dgm:pt modelId="{8D5287B8-1B07-451A-B95D-079E8EB3BEFD}" type="pres">
      <dgm:prSet presAssocID="{8DC21F7B-4B3E-48B9-A9CC-226BAF219A02}" presName="node" presStyleLbl="node1" presStyleIdx="2" presStyleCnt="4" custScaleX="193452" custRadScaleRad="133771" custRadScaleInc="106458">
        <dgm:presLayoutVars>
          <dgm:bulletEnabled val="1"/>
        </dgm:presLayoutVars>
      </dgm:prSet>
      <dgm:spPr/>
    </dgm:pt>
    <dgm:pt modelId="{7BA3FA30-A4D6-41F8-A717-A94339C3C670}" type="pres">
      <dgm:prSet presAssocID="{979D9202-E079-469A-B474-9BDE31C9D8CF}" presName="parTrans" presStyleLbl="sibTrans2D1" presStyleIdx="3" presStyleCnt="4"/>
      <dgm:spPr/>
    </dgm:pt>
    <dgm:pt modelId="{2803A8F3-D29B-4F17-9411-233687D8FA7D}" type="pres">
      <dgm:prSet presAssocID="{979D9202-E079-469A-B474-9BDE31C9D8CF}" presName="connectorText" presStyleLbl="sibTrans2D1" presStyleIdx="3" presStyleCnt="4"/>
      <dgm:spPr/>
    </dgm:pt>
    <dgm:pt modelId="{D8DB38A4-D73C-44A5-A827-BADDDE2620A3}" type="pres">
      <dgm:prSet presAssocID="{8198A705-2CFC-4317-AE34-ACF6CC6AD75F}" presName="node" presStyleLbl="node1" presStyleIdx="3" presStyleCnt="4" custScaleX="191389" custRadScaleRad="145920" custRadScaleInc="103865">
        <dgm:presLayoutVars>
          <dgm:bulletEnabled val="1"/>
        </dgm:presLayoutVars>
      </dgm:prSet>
      <dgm:spPr/>
    </dgm:pt>
  </dgm:ptLst>
  <dgm:cxnLst>
    <dgm:cxn modelId="{4F07D91D-532D-4010-B74B-1745380A8493}" srcId="{4D1EB96D-FF42-4566-BB16-9F0550FA4CC7}" destId="{8198A705-2CFC-4317-AE34-ACF6CC6AD75F}" srcOrd="3" destOrd="0" parTransId="{979D9202-E079-469A-B474-9BDE31C9D8CF}" sibTransId="{0813AF43-A8BA-4872-BF35-9799A405161C}"/>
    <dgm:cxn modelId="{7F96C930-1D3A-46CB-8B41-C6086FC0E978}" srcId="{E19B9FAB-32E7-4645-8DF9-DAC617D052B1}" destId="{4D1EB96D-FF42-4566-BB16-9F0550FA4CC7}" srcOrd="0" destOrd="0" parTransId="{E582025B-8893-4FAD-9233-3FC7BB26566E}" sibTransId="{D24401EF-E584-4105-8D20-FFF9EC48422F}"/>
    <dgm:cxn modelId="{32F40539-0F07-431C-B263-F7EE88197973}" type="presOf" srcId="{C8CFC543-8F7A-4171-808B-8A7F2A7B19D9}" destId="{0603B9E4-D7DD-40E9-9DB4-CF016BD7E053}" srcOrd="0" destOrd="0" presId="urn:microsoft.com/office/officeart/2005/8/layout/radial5"/>
    <dgm:cxn modelId="{AF61EA3C-CAC0-424D-AA56-7D4A6AA12B5C}" type="presOf" srcId="{0EF50FBD-ED01-4EFF-B6E7-FCF384CDCAD6}" destId="{95998814-2789-4BBC-B34D-45FD12EB8D87}" srcOrd="1" destOrd="0" presId="urn:microsoft.com/office/officeart/2005/8/layout/radial5"/>
    <dgm:cxn modelId="{30CC1944-D42C-4FD5-9003-29283E1E72AF}" type="presOf" srcId="{0EF50FBD-ED01-4EFF-B6E7-FCF384CDCAD6}" destId="{D7D58EA5-90B7-4FF1-AAAE-00A94A047BED}" srcOrd="0" destOrd="0" presId="urn:microsoft.com/office/officeart/2005/8/layout/radial5"/>
    <dgm:cxn modelId="{1A56B968-6E55-4807-A071-0215FED0C6A9}" type="presOf" srcId="{4D1EB96D-FF42-4566-BB16-9F0550FA4CC7}" destId="{7A9F43ED-A03B-457F-B520-71FBFC7421DB}" srcOrd="0" destOrd="0" presId="urn:microsoft.com/office/officeart/2005/8/layout/radial5"/>
    <dgm:cxn modelId="{E58CD56B-C9F7-483B-BEFA-0DF7D2818DD6}" type="presOf" srcId="{15AE8AA3-12F1-4C9C-9497-9EDCD7DC789F}" destId="{057B34F4-2662-40D0-BEEA-6E7219BAF8E7}" srcOrd="0" destOrd="0" presId="urn:microsoft.com/office/officeart/2005/8/layout/radial5"/>
    <dgm:cxn modelId="{CE097C6D-7A29-4847-998F-CDD0DD39C9B8}" type="presOf" srcId="{C8CFC543-8F7A-4171-808B-8A7F2A7B19D9}" destId="{790EEAC6-5FD8-469E-83B9-379F178FBCCF}" srcOrd="1" destOrd="0" presId="urn:microsoft.com/office/officeart/2005/8/layout/radial5"/>
    <dgm:cxn modelId="{D8F6958D-6CE1-42F6-B8C4-50C3F23DB2C9}" srcId="{4D1EB96D-FF42-4566-BB16-9F0550FA4CC7}" destId="{3B11BCBB-01F2-4041-9364-06805EA6E1CB}" srcOrd="1" destOrd="0" parTransId="{C8CFC543-8F7A-4171-808B-8A7F2A7B19D9}" sibTransId="{85C7FE0A-BC13-49D1-9A2E-A7D9FEB42881}"/>
    <dgm:cxn modelId="{937600B3-C474-4CE4-AA9B-52681143C89D}" type="presOf" srcId="{979D9202-E079-469A-B474-9BDE31C9D8CF}" destId="{2803A8F3-D29B-4F17-9411-233687D8FA7D}" srcOrd="1" destOrd="0" presId="urn:microsoft.com/office/officeart/2005/8/layout/radial5"/>
    <dgm:cxn modelId="{3C5C29B8-F6F2-40AF-9C3D-53E14A53C102}" srcId="{4D1EB96D-FF42-4566-BB16-9F0550FA4CC7}" destId="{8DC21F7B-4B3E-48B9-A9CC-226BAF219A02}" srcOrd="2" destOrd="0" parTransId="{0EF50FBD-ED01-4EFF-B6E7-FCF384CDCAD6}" sibTransId="{F6082FEE-AC54-4801-8565-284104B4F57C}"/>
    <dgm:cxn modelId="{D11E0EB9-93BC-4546-A5BE-3C081D6A5542}" type="presOf" srcId="{2690F236-9C4A-4DF6-8F25-D5575E01A53B}" destId="{828DC3D7-395A-4C84-9BE5-69485385A91F}" srcOrd="1" destOrd="0" presId="urn:microsoft.com/office/officeart/2005/8/layout/radial5"/>
    <dgm:cxn modelId="{72ADDFBC-6C67-431F-9732-03D17932054B}" type="presOf" srcId="{3B11BCBB-01F2-4041-9364-06805EA6E1CB}" destId="{99BB5CEB-6CC9-4DFC-BB77-2E6C4EDE9672}" srcOrd="0" destOrd="0" presId="urn:microsoft.com/office/officeart/2005/8/layout/radial5"/>
    <dgm:cxn modelId="{0A8733C0-E64F-4D78-8F06-96B8DEA5FD83}" type="presOf" srcId="{8DC21F7B-4B3E-48B9-A9CC-226BAF219A02}" destId="{8D5287B8-1B07-451A-B95D-079E8EB3BEFD}" srcOrd="0" destOrd="0" presId="urn:microsoft.com/office/officeart/2005/8/layout/radial5"/>
    <dgm:cxn modelId="{679038C4-410D-4BAB-85D2-A76E9384764E}" srcId="{E19B9FAB-32E7-4645-8DF9-DAC617D052B1}" destId="{A736AE27-88F5-441D-AEC5-B5DBA0C8DC36}" srcOrd="1" destOrd="0" parTransId="{2F3B4E29-002D-4FC3-A66F-16DD6B62887A}" sibTransId="{D74E7B3A-3C51-45B0-9102-6255A3DD2048}"/>
    <dgm:cxn modelId="{02E55DCB-E0D3-43F1-B7DB-9F948909F93C}" type="presOf" srcId="{2690F236-9C4A-4DF6-8F25-D5575E01A53B}" destId="{F43DB300-9689-4936-9A07-9BE22C1347D6}" srcOrd="0" destOrd="0" presId="urn:microsoft.com/office/officeart/2005/8/layout/radial5"/>
    <dgm:cxn modelId="{907FE3E1-5C4C-4F87-AA44-CB95BED2BD8E}" type="presOf" srcId="{979D9202-E079-469A-B474-9BDE31C9D8CF}" destId="{7BA3FA30-A4D6-41F8-A717-A94339C3C670}" srcOrd="0" destOrd="0" presId="urn:microsoft.com/office/officeart/2005/8/layout/radial5"/>
    <dgm:cxn modelId="{EE9BC2E3-AF6A-48B8-BA66-690BCCB86DCE}" srcId="{4D1EB96D-FF42-4566-BB16-9F0550FA4CC7}" destId="{15AE8AA3-12F1-4C9C-9497-9EDCD7DC789F}" srcOrd="0" destOrd="0" parTransId="{2690F236-9C4A-4DF6-8F25-D5575E01A53B}" sibTransId="{2248CC61-842E-4819-B2BD-0E89882B6A7C}"/>
    <dgm:cxn modelId="{CE8A4DE4-A1AF-4017-B262-90FD681350D6}" type="presOf" srcId="{E19B9FAB-32E7-4645-8DF9-DAC617D052B1}" destId="{B5B40297-C4AA-4601-8564-AB1846256777}" srcOrd="0" destOrd="0" presId="urn:microsoft.com/office/officeart/2005/8/layout/radial5"/>
    <dgm:cxn modelId="{490E74F6-0FD1-48E1-9B90-5B9090DE1E75}" type="presOf" srcId="{8198A705-2CFC-4317-AE34-ACF6CC6AD75F}" destId="{D8DB38A4-D73C-44A5-A827-BADDDE2620A3}" srcOrd="0" destOrd="0" presId="urn:microsoft.com/office/officeart/2005/8/layout/radial5"/>
    <dgm:cxn modelId="{C1C0B494-2CAC-44AD-8B15-E2D9A77BF5AB}" type="presParOf" srcId="{B5B40297-C4AA-4601-8564-AB1846256777}" destId="{7A9F43ED-A03B-457F-B520-71FBFC7421DB}" srcOrd="0" destOrd="0" presId="urn:microsoft.com/office/officeart/2005/8/layout/radial5"/>
    <dgm:cxn modelId="{524EE449-B341-4084-A702-AD0E5530A39B}" type="presParOf" srcId="{B5B40297-C4AA-4601-8564-AB1846256777}" destId="{F43DB300-9689-4936-9A07-9BE22C1347D6}" srcOrd="1" destOrd="0" presId="urn:microsoft.com/office/officeart/2005/8/layout/radial5"/>
    <dgm:cxn modelId="{10CFB413-DEBC-4B3D-BA23-66C272EFFD09}" type="presParOf" srcId="{F43DB300-9689-4936-9A07-9BE22C1347D6}" destId="{828DC3D7-395A-4C84-9BE5-69485385A91F}" srcOrd="0" destOrd="0" presId="urn:microsoft.com/office/officeart/2005/8/layout/radial5"/>
    <dgm:cxn modelId="{3A786703-FE33-433A-B9B7-27554C128DE6}" type="presParOf" srcId="{B5B40297-C4AA-4601-8564-AB1846256777}" destId="{057B34F4-2662-40D0-BEEA-6E7219BAF8E7}" srcOrd="2" destOrd="0" presId="urn:microsoft.com/office/officeart/2005/8/layout/radial5"/>
    <dgm:cxn modelId="{047F4523-7F12-44C9-81FA-92A11C16B37E}" type="presParOf" srcId="{B5B40297-C4AA-4601-8564-AB1846256777}" destId="{0603B9E4-D7DD-40E9-9DB4-CF016BD7E053}" srcOrd="3" destOrd="0" presId="urn:microsoft.com/office/officeart/2005/8/layout/radial5"/>
    <dgm:cxn modelId="{31B6D2E1-6B29-4705-9627-36524433BB0D}" type="presParOf" srcId="{0603B9E4-D7DD-40E9-9DB4-CF016BD7E053}" destId="{790EEAC6-5FD8-469E-83B9-379F178FBCCF}" srcOrd="0" destOrd="0" presId="urn:microsoft.com/office/officeart/2005/8/layout/radial5"/>
    <dgm:cxn modelId="{A2664D8D-C6B6-4DC7-95B9-F6F4823B41AB}" type="presParOf" srcId="{B5B40297-C4AA-4601-8564-AB1846256777}" destId="{99BB5CEB-6CC9-4DFC-BB77-2E6C4EDE9672}" srcOrd="4" destOrd="0" presId="urn:microsoft.com/office/officeart/2005/8/layout/radial5"/>
    <dgm:cxn modelId="{B8F04404-1D45-4D91-9A59-39E1ACFB6DD0}" type="presParOf" srcId="{B5B40297-C4AA-4601-8564-AB1846256777}" destId="{D7D58EA5-90B7-4FF1-AAAE-00A94A047BED}" srcOrd="5" destOrd="0" presId="urn:microsoft.com/office/officeart/2005/8/layout/radial5"/>
    <dgm:cxn modelId="{D87D5612-A52B-4706-A867-DBFC8D8F3D46}" type="presParOf" srcId="{D7D58EA5-90B7-4FF1-AAAE-00A94A047BED}" destId="{95998814-2789-4BBC-B34D-45FD12EB8D87}" srcOrd="0" destOrd="0" presId="urn:microsoft.com/office/officeart/2005/8/layout/radial5"/>
    <dgm:cxn modelId="{3B2AE1FA-A12D-4D6B-B9BB-1AB62BDBDAC7}" type="presParOf" srcId="{B5B40297-C4AA-4601-8564-AB1846256777}" destId="{8D5287B8-1B07-451A-B95D-079E8EB3BEFD}" srcOrd="6" destOrd="0" presId="urn:microsoft.com/office/officeart/2005/8/layout/radial5"/>
    <dgm:cxn modelId="{7FFB5066-3577-4265-8DAE-47D721B28D37}" type="presParOf" srcId="{B5B40297-C4AA-4601-8564-AB1846256777}" destId="{7BA3FA30-A4D6-41F8-A717-A94339C3C670}" srcOrd="7" destOrd="0" presId="urn:microsoft.com/office/officeart/2005/8/layout/radial5"/>
    <dgm:cxn modelId="{C70CB4E7-A68F-445A-AC69-ACE6271842E1}" type="presParOf" srcId="{7BA3FA30-A4D6-41F8-A717-A94339C3C670}" destId="{2803A8F3-D29B-4F17-9411-233687D8FA7D}" srcOrd="0" destOrd="0" presId="urn:microsoft.com/office/officeart/2005/8/layout/radial5"/>
    <dgm:cxn modelId="{D1D1151D-CCF9-44B8-BD80-075818B6536B}" type="presParOf" srcId="{B5B40297-C4AA-4601-8564-AB1846256777}" destId="{D8DB38A4-D73C-44A5-A827-BADDDE2620A3}" srcOrd="8"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9F43ED-A03B-457F-B520-71FBFC7421DB}">
      <dsp:nvSpPr>
        <dsp:cNvPr id="0" name=""/>
        <dsp:cNvSpPr/>
      </dsp:nvSpPr>
      <dsp:spPr>
        <a:xfrm>
          <a:off x="2929966" y="847253"/>
          <a:ext cx="1551252" cy="1378893"/>
        </a:xfrm>
        <a:prstGeom prst="ellipse">
          <a:avLst/>
        </a:prstGeom>
        <a:gradFill rotWithShape="0">
          <a:gsLst>
            <a:gs pos="0">
              <a:schemeClr val="accent1">
                <a:hueOff val="0"/>
                <a:satOff val="0"/>
                <a:lumOff val="0"/>
                <a:alphaOff val="0"/>
                <a:shade val="70000"/>
                <a:satMod val="150000"/>
              </a:schemeClr>
            </a:gs>
            <a:gs pos="34000">
              <a:schemeClr val="accent1">
                <a:hueOff val="0"/>
                <a:satOff val="0"/>
                <a:lumOff val="0"/>
                <a:alphaOff val="0"/>
                <a:shade val="70000"/>
                <a:satMod val="140000"/>
              </a:schemeClr>
            </a:gs>
            <a:gs pos="70000">
              <a:schemeClr val="accent1">
                <a:hueOff val="0"/>
                <a:satOff val="0"/>
                <a:lumOff val="0"/>
                <a:alphaOff val="0"/>
                <a:tint val="100000"/>
                <a:shade val="90000"/>
                <a:satMod val="140000"/>
              </a:schemeClr>
            </a:gs>
            <a:gs pos="100000">
              <a:schemeClr val="accent1">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1">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US" sz="3400" kern="1200" dirty="0"/>
            <a:t>ROS</a:t>
          </a:r>
        </a:p>
      </dsp:txBody>
      <dsp:txXfrm>
        <a:off x="3157142" y="1049187"/>
        <a:ext cx="1096900" cy="975025"/>
      </dsp:txXfrm>
    </dsp:sp>
    <dsp:sp modelId="{F43DB300-9689-4936-9A07-9BE22C1347D6}">
      <dsp:nvSpPr>
        <dsp:cNvPr id="0" name=""/>
        <dsp:cNvSpPr/>
      </dsp:nvSpPr>
      <dsp:spPr>
        <a:xfrm rot="19101528">
          <a:off x="4285009" y="809153"/>
          <a:ext cx="168810" cy="274649"/>
        </a:xfrm>
        <a:prstGeom prst="rightArrow">
          <a:avLst>
            <a:gd name="adj1" fmla="val 60000"/>
            <a:gd name="adj2" fmla="val 50000"/>
          </a:avLst>
        </a:prstGeom>
        <a:gradFill rotWithShape="0">
          <a:gsLst>
            <a:gs pos="0">
              <a:schemeClr val="accent2">
                <a:hueOff val="0"/>
                <a:satOff val="0"/>
                <a:lumOff val="0"/>
                <a:alphaOff val="0"/>
                <a:shade val="70000"/>
                <a:satMod val="150000"/>
              </a:schemeClr>
            </a:gs>
            <a:gs pos="34000">
              <a:schemeClr val="accent2">
                <a:hueOff val="0"/>
                <a:satOff val="0"/>
                <a:lumOff val="0"/>
                <a:alphaOff val="0"/>
                <a:shade val="70000"/>
                <a:satMod val="140000"/>
              </a:schemeClr>
            </a:gs>
            <a:gs pos="70000">
              <a:schemeClr val="accent2">
                <a:hueOff val="0"/>
                <a:satOff val="0"/>
                <a:lumOff val="0"/>
                <a:alphaOff val="0"/>
                <a:tint val="100000"/>
                <a:shade val="90000"/>
                <a:satMod val="140000"/>
              </a:schemeClr>
            </a:gs>
            <a:gs pos="100000">
              <a:schemeClr val="accent2">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2">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4291407" y="880908"/>
        <a:ext cx="118167" cy="164789"/>
      </dsp:txXfrm>
    </dsp:sp>
    <dsp:sp modelId="{057B34F4-2662-40D0-BEEA-6E7219BAF8E7}">
      <dsp:nvSpPr>
        <dsp:cNvPr id="0" name=""/>
        <dsp:cNvSpPr/>
      </dsp:nvSpPr>
      <dsp:spPr>
        <a:xfrm>
          <a:off x="4143551" y="90034"/>
          <a:ext cx="1469681" cy="807792"/>
        </a:xfrm>
        <a:prstGeom prst="ellipse">
          <a:avLst/>
        </a:prstGeom>
        <a:gradFill rotWithShape="0">
          <a:gsLst>
            <a:gs pos="0">
              <a:schemeClr val="accent2">
                <a:hueOff val="0"/>
                <a:satOff val="0"/>
                <a:lumOff val="0"/>
                <a:alphaOff val="0"/>
                <a:shade val="70000"/>
                <a:satMod val="150000"/>
              </a:schemeClr>
            </a:gs>
            <a:gs pos="34000">
              <a:schemeClr val="accent2">
                <a:hueOff val="0"/>
                <a:satOff val="0"/>
                <a:lumOff val="0"/>
                <a:alphaOff val="0"/>
                <a:shade val="70000"/>
                <a:satMod val="140000"/>
              </a:schemeClr>
            </a:gs>
            <a:gs pos="70000">
              <a:schemeClr val="accent2">
                <a:hueOff val="0"/>
                <a:satOff val="0"/>
                <a:lumOff val="0"/>
                <a:alphaOff val="0"/>
                <a:tint val="100000"/>
                <a:shade val="90000"/>
                <a:satMod val="140000"/>
              </a:schemeClr>
            </a:gs>
            <a:gs pos="100000">
              <a:schemeClr val="accent2">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2">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b="1" kern="1200" dirty="0"/>
            <a:t>Hardware Control</a:t>
          </a:r>
        </a:p>
      </dsp:txBody>
      <dsp:txXfrm>
        <a:off x="4358781" y="208332"/>
        <a:ext cx="1039221" cy="571196"/>
      </dsp:txXfrm>
    </dsp:sp>
    <dsp:sp modelId="{0603B9E4-D7DD-40E9-9DB4-CF016BD7E053}">
      <dsp:nvSpPr>
        <dsp:cNvPr id="0" name=""/>
        <dsp:cNvSpPr/>
      </dsp:nvSpPr>
      <dsp:spPr>
        <a:xfrm rot="2389311">
          <a:off x="4303567" y="1964322"/>
          <a:ext cx="159141" cy="274649"/>
        </a:xfrm>
        <a:prstGeom prst="rightArrow">
          <a:avLst>
            <a:gd name="adj1" fmla="val 60000"/>
            <a:gd name="adj2" fmla="val 50000"/>
          </a:avLst>
        </a:prstGeom>
        <a:gradFill rotWithShape="0">
          <a:gsLst>
            <a:gs pos="0">
              <a:schemeClr val="accent3">
                <a:hueOff val="0"/>
                <a:satOff val="0"/>
                <a:lumOff val="0"/>
                <a:alphaOff val="0"/>
                <a:shade val="70000"/>
                <a:satMod val="150000"/>
              </a:schemeClr>
            </a:gs>
            <a:gs pos="34000">
              <a:schemeClr val="accent3">
                <a:hueOff val="0"/>
                <a:satOff val="0"/>
                <a:lumOff val="0"/>
                <a:alphaOff val="0"/>
                <a:shade val="70000"/>
                <a:satMod val="140000"/>
              </a:schemeClr>
            </a:gs>
            <a:gs pos="70000">
              <a:schemeClr val="accent3">
                <a:hueOff val="0"/>
                <a:satOff val="0"/>
                <a:lumOff val="0"/>
                <a:alphaOff val="0"/>
                <a:tint val="100000"/>
                <a:shade val="90000"/>
                <a:satMod val="140000"/>
              </a:schemeClr>
            </a:gs>
            <a:gs pos="100000">
              <a:schemeClr val="accent3">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3">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4309104" y="2003965"/>
        <a:ext cx="111399" cy="164789"/>
      </dsp:txXfrm>
    </dsp:sp>
    <dsp:sp modelId="{99BB5CEB-6CC9-4DFC-BB77-2E6C4EDE9672}">
      <dsp:nvSpPr>
        <dsp:cNvPr id="0" name=""/>
        <dsp:cNvSpPr/>
      </dsp:nvSpPr>
      <dsp:spPr>
        <a:xfrm>
          <a:off x="4154091" y="2136806"/>
          <a:ext cx="1511217" cy="807792"/>
        </a:xfrm>
        <a:prstGeom prst="ellipse">
          <a:avLst/>
        </a:prstGeom>
        <a:gradFill rotWithShape="0">
          <a:gsLst>
            <a:gs pos="0">
              <a:schemeClr val="accent3">
                <a:hueOff val="0"/>
                <a:satOff val="0"/>
                <a:lumOff val="0"/>
                <a:alphaOff val="0"/>
                <a:shade val="70000"/>
                <a:satMod val="150000"/>
              </a:schemeClr>
            </a:gs>
            <a:gs pos="34000">
              <a:schemeClr val="accent3">
                <a:hueOff val="0"/>
                <a:satOff val="0"/>
                <a:lumOff val="0"/>
                <a:alphaOff val="0"/>
                <a:shade val="70000"/>
                <a:satMod val="140000"/>
              </a:schemeClr>
            </a:gs>
            <a:gs pos="70000">
              <a:schemeClr val="accent3">
                <a:hueOff val="0"/>
                <a:satOff val="0"/>
                <a:lumOff val="0"/>
                <a:alphaOff val="0"/>
                <a:tint val="100000"/>
                <a:shade val="90000"/>
                <a:satMod val="140000"/>
              </a:schemeClr>
            </a:gs>
            <a:gs pos="100000">
              <a:schemeClr val="accent3">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3">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b="1" kern="1200" dirty="0"/>
            <a:t>Robotics algorithms</a:t>
          </a:r>
        </a:p>
      </dsp:txBody>
      <dsp:txXfrm>
        <a:off x="4375404" y="2255104"/>
        <a:ext cx="1068591" cy="571196"/>
      </dsp:txXfrm>
    </dsp:sp>
    <dsp:sp modelId="{D7D58EA5-90B7-4FF1-AAAE-00A94A047BED}">
      <dsp:nvSpPr>
        <dsp:cNvPr id="0" name=""/>
        <dsp:cNvSpPr/>
      </dsp:nvSpPr>
      <dsp:spPr>
        <a:xfrm rot="8274366">
          <a:off x="3001727" y="1973986"/>
          <a:ext cx="135589" cy="274649"/>
        </a:xfrm>
        <a:prstGeom prst="rightArrow">
          <a:avLst>
            <a:gd name="adj1" fmla="val 60000"/>
            <a:gd name="adj2" fmla="val 50000"/>
          </a:avLst>
        </a:prstGeom>
        <a:gradFill rotWithShape="0">
          <a:gsLst>
            <a:gs pos="0">
              <a:schemeClr val="accent4">
                <a:hueOff val="0"/>
                <a:satOff val="0"/>
                <a:lumOff val="0"/>
                <a:alphaOff val="0"/>
                <a:shade val="70000"/>
                <a:satMod val="150000"/>
              </a:schemeClr>
            </a:gs>
            <a:gs pos="34000">
              <a:schemeClr val="accent4">
                <a:hueOff val="0"/>
                <a:satOff val="0"/>
                <a:lumOff val="0"/>
                <a:alphaOff val="0"/>
                <a:shade val="70000"/>
                <a:satMod val="140000"/>
              </a:schemeClr>
            </a:gs>
            <a:gs pos="70000">
              <a:schemeClr val="accent4">
                <a:hueOff val="0"/>
                <a:satOff val="0"/>
                <a:lumOff val="0"/>
                <a:alphaOff val="0"/>
                <a:tint val="100000"/>
                <a:shade val="90000"/>
                <a:satMod val="140000"/>
              </a:schemeClr>
            </a:gs>
            <a:gs pos="100000">
              <a:schemeClr val="accent4">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4">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3037158" y="2015282"/>
        <a:ext cx="94912" cy="164789"/>
      </dsp:txXfrm>
    </dsp:sp>
    <dsp:sp modelId="{8D5287B8-1B07-451A-B95D-079E8EB3BEFD}">
      <dsp:nvSpPr>
        <dsp:cNvPr id="0" name=""/>
        <dsp:cNvSpPr/>
      </dsp:nvSpPr>
      <dsp:spPr>
        <a:xfrm>
          <a:off x="1802353" y="2146296"/>
          <a:ext cx="1562690" cy="807792"/>
        </a:xfrm>
        <a:prstGeom prst="ellipse">
          <a:avLst/>
        </a:prstGeom>
        <a:gradFill rotWithShape="0">
          <a:gsLst>
            <a:gs pos="0">
              <a:schemeClr val="accent4">
                <a:hueOff val="0"/>
                <a:satOff val="0"/>
                <a:lumOff val="0"/>
                <a:alphaOff val="0"/>
                <a:shade val="70000"/>
                <a:satMod val="150000"/>
              </a:schemeClr>
            </a:gs>
            <a:gs pos="34000">
              <a:schemeClr val="accent4">
                <a:hueOff val="0"/>
                <a:satOff val="0"/>
                <a:lumOff val="0"/>
                <a:alphaOff val="0"/>
                <a:shade val="70000"/>
                <a:satMod val="140000"/>
              </a:schemeClr>
            </a:gs>
            <a:gs pos="70000">
              <a:schemeClr val="accent4">
                <a:hueOff val="0"/>
                <a:satOff val="0"/>
                <a:lumOff val="0"/>
                <a:alphaOff val="0"/>
                <a:tint val="100000"/>
                <a:shade val="90000"/>
                <a:satMod val="140000"/>
              </a:schemeClr>
            </a:gs>
            <a:gs pos="100000">
              <a:schemeClr val="accent4">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4">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b="1" kern="1200" dirty="0"/>
            <a:t>Computational </a:t>
          </a:r>
          <a:r>
            <a:rPr lang="en-US" sz="1050" b="1" kern="1200" dirty="0" err="1"/>
            <a:t>Infrastructurre</a:t>
          </a:r>
          <a:endParaRPr lang="en-US" sz="1050" b="1" kern="1200" dirty="0"/>
        </a:p>
      </dsp:txBody>
      <dsp:txXfrm>
        <a:off x="2031204" y="2264594"/>
        <a:ext cx="1104988" cy="571196"/>
      </dsp:txXfrm>
    </dsp:sp>
    <dsp:sp modelId="{7BA3FA30-A4D6-41F8-A717-A94339C3C670}">
      <dsp:nvSpPr>
        <dsp:cNvPr id="0" name=""/>
        <dsp:cNvSpPr/>
      </dsp:nvSpPr>
      <dsp:spPr>
        <a:xfrm rot="13503912">
          <a:off x="2968806" y="758023"/>
          <a:ext cx="193786" cy="274649"/>
        </a:xfrm>
        <a:prstGeom prst="rightArrow">
          <a:avLst>
            <a:gd name="adj1" fmla="val 60000"/>
            <a:gd name="adj2" fmla="val 50000"/>
          </a:avLst>
        </a:prstGeom>
        <a:gradFill rotWithShape="0">
          <a:gsLst>
            <a:gs pos="0">
              <a:schemeClr val="accent5">
                <a:hueOff val="0"/>
                <a:satOff val="0"/>
                <a:lumOff val="0"/>
                <a:alphaOff val="0"/>
                <a:shade val="70000"/>
                <a:satMod val="150000"/>
              </a:schemeClr>
            </a:gs>
            <a:gs pos="34000">
              <a:schemeClr val="accent5">
                <a:hueOff val="0"/>
                <a:satOff val="0"/>
                <a:lumOff val="0"/>
                <a:alphaOff val="0"/>
                <a:shade val="70000"/>
                <a:satMod val="140000"/>
              </a:schemeClr>
            </a:gs>
            <a:gs pos="70000">
              <a:schemeClr val="accent5">
                <a:hueOff val="0"/>
                <a:satOff val="0"/>
                <a:lumOff val="0"/>
                <a:alphaOff val="0"/>
                <a:tint val="100000"/>
                <a:shade val="90000"/>
                <a:satMod val="140000"/>
              </a:schemeClr>
            </a:gs>
            <a:gs pos="100000">
              <a:schemeClr val="accent5">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5">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3018405" y="833531"/>
        <a:ext cx="135650" cy="164789"/>
      </dsp:txXfrm>
    </dsp:sp>
    <dsp:sp modelId="{D8DB38A4-D73C-44A5-A827-BADDDE2620A3}">
      <dsp:nvSpPr>
        <dsp:cNvPr id="0" name=""/>
        <dsp:cNvSpPr/>
      </dsp:nvSpPr>
      <dsp:spPr>
        <a:xfrm>
          <a:off x="1802351" y="0"/>
          <a:ext cx="1546025" cy="807792"/>
        </a:xfrm>
        <a:prstGeom prst="ellipse">
          <a:avLst/>
        </a:prstGeom>
        <a:gradFill rotWithShape="0">
          <a:gsLst>
            <a:gs pos="0">
              <a:schemeClr val="accent5">
                <a:hueOff val="0"/>
                <a:satOff val="0"/>
                <a:lumOff val="0"/>
                <a:alphaOff val="0"/>
                <a:shade val="70000"/>
                <a:satMod val="150000"/>
              </a:schemeClr>
            </a:gs>
            <a:gs pos="34000">
              <a:schemeClr val="accent5">
                <a:hueOff val="0"/>
                <a:satOff val="0"/>
                <a:lumOff val="0"/>
                <a:alphaOff val="0"/>
                <a:shade val="70000"/>
                <a:satMod val="140000"/>
              </a:schemeClr>
            </a:gs>
            <a:gs pos="70000">
              <a:schemeClr val="accent5">
                <a:hueOff val="0"/>
                <a:satOff val="0"/>
                <a:lumOff val="0"/>
                <a:alphaOff val="0"/>
                <a:tint val="100000"/>
                <a:shade val="90000"/>
                <a:satMod val="140000"/>
              </a:schemeClr>
            </a:gs>
            <a:gs pos="100000">
              <a:schemeClr val="accent5">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5">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b="1" kern="1200" dirty="0"/>
            <a:t>GUI tools</a:t>
          </a:r>
        </a:p>
      </dsp:txBody>
      <dsp:txXfrm>
        <a:off x="2028761" y="118298"/>
        <a:ext cx="1093205" cy="571196"/>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7A33C2-6F37-4DE9-AAF9-8ABC356AE657}" type="datetimeFigureOut">
              <a:rPr lang="en-US" smtClean="0"/>
              <a:t>1/31/2026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AE4680-6E9A-445B-9304-F7D1A27E0E47}" type="slidenum">
              <a:rPr lang="en-US" smtClean="0"/>
              <a:t>‹#›</a:t>
            </a:fld>
            <a:endParaRPr lang="en-US"/>
          </a:p>
        </p:txBody>
      </p:sp>
    </p:spTree>
    <p:extLst>
      <p:ext uri="{BB962C8B-B14F-4D97-AF65-F5344CB8AC3E}">
        <p14:creationId xmlns:p14="http://schemas.microsoft.com/office/powerpoint/2010/main" val="3624137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iki.ros.org/catkin"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aseline="0" dirty="0"/>
          </a:p>
          <a:p>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1</a:t>
            </a:fld>
            <a:endParaRPr lang="en-US"/>
          </a:p>
        </p:txBody>
      </p:sp>
    </p:spTree>
    <p:extLst>
      <p:ext uri="{BB962C8B-B14F-4D97-AF65-F5344CB8AC3E}">
        <p14:creationId xmlns:p14="http://schemas.microsoft.com/office/powerpoint/2010/main" val="1086294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sz="1800" b="0" i="0" u="none" strike="noStrike" baseline="0" dirty="0">
                <a:latin typeface="LiberationSerif"/>
              </a:rPr>
              <a:t>1. A set of drivers that let you read data from sensors and send commands to motors and other actuators, in an abstracted, well-defined format. A wide variety of popular hardware is supported, including a growing number of commercially available robot systems.</a:t>
            </a:r>
          </a:p>
          <a:p>
            <a:pPr algn="l"/>
            <a:r>
              <a:rPr lang="en-US" sz="1800" b="0" i="0" u="none" strike="noStrike" baseline="0" dirty="0">
                <a:latin typeface="LiberationSerif"/>
              </a:rPr>
              <a:t>2. A large and growing collection of fundamental robotics algorithms that allow you to build maps of the world, navigate around it, represent and interpret sensor data, plan motions, manipulate objects, and do a lot of other stuff. ROS has become very popular in the robotics research community, and a lot of cutting-edge algorithms are</a:t>
            </a:r>
          </a:p>
          <a:p>
            <a:pPr algn="l"/>
            <a:r>
              <a:rPr lang="en-US" sz="1800" b="0" i="0" u="none" strike="noStrike" baseline="0" dirty="0">
                <a:latin typeface="LiberationSerif"/>
              </a:rPr>
              <a:t>now available in ROS.</a:t>
            </a:r>
          </a:p>
          <a:p>
            <a:pPr algn="l"/>
            <a:r>
              <a:rPr lang="en-US" sz="1800" b="0" i="0" u="none" strike="noStrike" baseline="0" dirty="0">
                <a:latin typeface="LiberationSerif"/>
              </a:rPr>
              <a:t>3. All of the computational infrastructure that allows you to move data around, to connect the various components of a complex robot system, and to incorporate your</a:t>
            </a:r>
          </a:p>
          <a:p>
            <a:pPr algn="l"/>
            <a:r>
              <a:rPr lang="en-US" sz="1800" b="0" i="0" u="none" strike="noStrike" baseline="0" dirty="0">
                <a:latin typeface="LiberationSerif"/>
              </a:rPr>
              <a:t>own algorithms. ROS is inherently distributed and allows you to split the workload across multiple computers seamlessly.</a:t>
            </a:r>
          </a:p>
          <a:p>
            <a:pPr algn="l"/>
            <a:r>
              <a:rPr lang="en-US" sz="1800" b="0" i="0" u="none" strike="noStrike" baseline="0" dirty="0">
                <a:latin typeface="LiberationSerif"/>
              </a:rPr>
              <a:t>4. A large set of tools that make it easy to visualize the state of the robot and the algorithms, debug faulty behaviors, and record sensor data. Debugging robot</a:t>
            </a:r>
          </a:p>
          <a:p>
            <a:pPr algn="l"/>
            <a:r>
              <a:rPr lang="en-US" sz="1800" b="0" i="0" u="none" strike="noStrike" baseline="0" dirty="0">
                <a:latin typeface="LiberationSerif"/>
              </a:rPr>
              <a:t>software is notoriously difficult, and this rich set of tools is one of the things that make ROS as powerful as it is.</a:t>
            </a:r>
            <a:endParaRPr lang="en-US" dirty="0"/>
          </a:p>
        </p:txBody>
      </p:sp>
      <p:sp>
        <p:nvSpPr>
          <p:cNvPr id="4" name="Slide Number Placeholder 3"/>
          <p:cNvSpPr>
            <a:spLocks noGrp="1"/>
          </p:cNvSpPr>
          <p:nvPr>
            <p:ph type="sldNum" sz="quarter" idx="5"/>
          </p:nvPr>
        </p:nvSpPr>
        <p:spPr/>
        <p:txBody>
          <a:bodyPr/>
          <a:lstStyle/>
          <a:p>
            <a:fld id="{CDAE4680-6E9A-445B-9304-F7D1A27E0E47}" type="slidenum">
              <a:rPr lang="en-US" smtClean="0"/>
              <a:t>4</a:t>
            </a:fld>
            <a:endParaRPr lang="en-US"/>
          </a:p>
        </p:txBody>
      </p:sp>
    </p:spTree>
    <p:extLst>
      <p:ext uri="{BB962C8B-B14F-4D97-AF65-F5344CB8AC3E}">
        <p14:creationId xmlns:p14="http://schemas.microsoft.com/office/powerpoint/2010/main" val="2871093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ROS is a very large collection of loosely federated packages. That means lots of independent packages which depend on each other, utilize various programming languages, tools, and code organization conventions. Because of this, the build process for a target in some package may be completely different from the way another target is built. </a:t>
            </a:r>
            <a:r>
              <a:rPr lang="en-US" sz="1200" b="0" i="0" u="none" strike="noStrike" kern="1200" dirty="0">
                <a:solidFill>
                  <a:schemeClr val="tx1"/>
                </a:solidFill>
                <a:effectLst/>
                <a:latin typeface="+mn-lt"/>
                <a:ea typeface="+mn-ea"/>
                <a:cs typeface="+mn-cs"/>
                <a:hlinkClick r:id="rId3"/>
              </a:rPr>
              <a:t>catkin</a:t>
            </a:r>
            <a:r>
              <a:rPr lang="en-US" sz="1200" b="0" i="0" kern="1200" dirty="0">
                <a:solidFill>
                  <a:schemeClr val="tx1"/>
                </a:solidFill>
                <a:effectLst/>
                <a:latin typeface="+mn-lt"/>
                <a:ea typeface="+mn-ea"/>
                <a:cs typeface="+mn-cs"/>
              </a:rPr>
              <a:t> specifically tries to improve development on large sets of related packages in a consistent and conventional way. </a:t>
            </a:r>
          </a:p>
          <a:p>
            <a:r>
              <a:rPr lang="en-US" sz="1200" b="0" i="0" kern="1200" dirty="0">
                <a:solidFill>
                  <a:schemeClr val="tx1"/>
                </a:solidFill>
                <a:effectLst/>
                <a:latin typeface="+mn-lt"/>
                <a:ea typeface="+mn-ea"/>
                <a:cs typeface="+mn-cs"/>
              </a:rPr>
              <a:t>Multi-language support</a:t>
            </a:r>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8</a:t>
            </a:fld>
            <a:endParaRPr lang="en-US"/>
          </a:p>
        </p:txBody>
      </p:sp>
    </p:spTree>
    <p:extLst>
      <p:ext uri="{BB962C8B-B14F-4D97-AF65-F5344CB8AC3E}">
        <p14:creationId xmlns:p14="http://schemas.microsoft.com/office/powerpoint/2010/main" val="3003244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we execute the </a:t>
            </a:r>
            <a:r>
              <a:rPr lang="en-US" sz="1200" b="0" i="0" kern="1200" dirty="0" err="1">
                <a:solidFill>
                  <a:schemeClr val="tx1"/>
                </a:solidFill>
                <a:effectLst/>
                <a:latin typeface="+mn-lt"/>
                <a:ea typeface="+mn-ea"/>
                <a:cs typeface="+mn-cs"/>
              </a:rPr>
              <a:t>catkin_make</a:t>
            </a:r>
            <a:r>
              <a:rPr lang="en-US" sz="1200" b="0" i="0" kern="1200" dirty="0">
                <a:solidFill>
                  <a:schemeClr val="tx1"/>
                </a:solidFill>
                <a:effectLst/>
                <a:latin typeface="+mn-lt"/>
                <a:ea typeface="+mn-ea"/>
                <a:cs typeface="+mn-cs"/>
              </a:rPr>
              <a:t> instruction, the compilation system will look for the package executable package one by one.</a:t>
            </a:r>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10</a:t>
            </a:fld>
            <a:endParaRPr lang="en-US"/>
          </a:p>
        </p:txBody>
      </p:sp>
    </p:spTree>
    <p:extLst>
      <p:ext uri="{BB962C8B-B14F-4D97-AF65-F5344CB8AC3E}">
        <p14:creationId xmlns:p14="http://schemas.microsoft.com/office/powerpoint/2010/main" val="698358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3561BE-7EE5-473D-84A7-4C53642E76F3}" type="datetime1">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0F51FE-9C5E-464A-AC70-6B909B40C014}" type="datetime1">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160000" y="6501107"/>
            <a:ext cx="1422400" cy="329184"/>
          </a:xfrm>
        </p:spPr>
        <p:txBody>
          <a:bodyPr/>
          <a:lstStyle>
            <a:lvl1pPr>
              <a:defRPr>
                <a:solidFill>
                  <a:schemeClr val="accent5">
                    <a:lumMod val="75000"/>
                  </a:schemeClr>
                </a:solidFill>
              </a:defRPr>
            </a:lvl1pPr>
          </a:lstStyle>
          <a:p>
            <a:fld id="{3957FE44-DABC-424D-A234-74BB9410FF2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ED206D-CD87-417B-A3E9-8E7F517E463E}" type="datetime1">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D8F107-3B8C-4C3E-96B2-5FDE77B1A8A3}" type="datetime1">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2B7A77-E7D0-4A81-9F27-235411449FDF}" type="datetime1">
              <a:rPr lang="en-US" smtClean="0"/>
              <a:t>1/31/2026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57FE44-DABC-424D-A234-74BB9410FF27}" type="slidenum">
              <a:rPr lang="en-US" smtClean="0"/>
              <a:t>‹#›</a:t>
            </a:fld>
            <a:endParaRPr lang="en-US"/>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D175E10-1A59-4CE8-9F8F-26909B2B45ED}" type="datetime1">
              <a:rPr lang="en-US" smtClean="0"/>
              <a:t>1/31/2026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7769CF-71D8-44A8-A43E-06A522466198}" type="datetime1">
              <a:rPr lang="en-US" smtClean="0"/>
              <a:t>1/31/2026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720A33-8193-44AB-9CBE-84B62B603B98}" type="datetime1">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57FE44-DABC-424D-A234-74BB9410FF27}" type="slidenum">
              <a:rPr lang="en-US" smtClean="0"/>
              <a:t>‹#›</a:t>
            </a:fld>
            <a:endParaRPr lang="en-US"/>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8572B2-C299-428F-9DB0-AF5E4D034999}" type="datetime1">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DEECD9-E72D-423D-873E-C8701D4E51F3}" type="datetime1">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3519C6-978E-42A3-A0DA-A23B7AC47044}" type="datetime1">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938B7AF6-6F47-4FBA-B77D-1A1AB60E82CA}" type="datetime1">
              <a:rPr lang="en-US" smtClean="0"/>
              <a:t>1/31/2026</a:t>
            </a:fld>
            <a:endParaRPr lang="en-US"/>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10160000" y="6481315"/>
            <a:ext cx="1422400" cy="329184"/>
          </a:xfrm>
          <a:prstGeom prst="rect">
            <a:avLst/>
          </a:prstGeom>
        </p:spPr>
        <p:txBody>
          <a:bodyPr vert="horz" lIns="91440" tIns="45720" rIns="91440" bIns="45720" rtlCol="0" anchor="ctr"/>
          <a:lstStyle>
            <a:lvl1pPr algn="l">
              <a:defRPr sz="1400" b="1">
                <a:solidFill>
                  <a:schemeClr val="accent5">
                    <a:lumMod val="75000"/>
                  </a:schemeClr>
                </a:solidFill>
              </a:defRPr>
            </a:lvl1pPr>
          </a:lstStyle>
          <a:p>
            <a:fld id="{3957FE44-DABC-424D-A234-74BB9410FF2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google.com.vn/url?sa=i&amp;rct=j&amp;q=&amp;esrc=s&amp;source=images&amp;cd=&amp;cad=rja&amp;uact=8&amp;ved=0CAcQjRxqFQoTCOa4gpvXz8cCFU-ejgodsSsIRA&amp;url=http://spikeex.deviantart.com/art/Microchip-Tattoo-Design-1-42179858&amp;ei=31_iVaZNz7y6BLHXoKAE&amp;psig=AFQjCNF-y2BM98GH0MilH1ajH4XNM5xsRQ&amp;ust=1440985393503735"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theconstructsim.com/history-ros/" TargetMode="External"/><Relationship Id="rId1" Type="http://schemas.openxmlformats.org/officeDocument/2006/relationships/slideLayout" Target="../slideLayouts/slideLayout2.xml"/><Relationship Id="rId4" Type="http://schemas.openxmlformats.org/officeDocument/2006/relationships/hyperlink" Target="read://https_www.businessinsider.com/?url=https://www.businessinsider.com/a-look-back-at-willow-garage-2016-2" TargetMode="Externa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ocs.ros.org/" TargetMode="External"/><Relationship Id="rId2" Type="http://schemas.openxmlformats.org/officeDocument/2006/relationships/hyperlink" Target="http://www.ros.org/" TargetMode="Externa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img02.deviantart.net/aaac/i/2006/302/3/0/microchip_tattoo_design_1_by_spikeex.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0" y="3535251"/>
            <a:ext cx="3322748" cy="332274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p:txBody>
          <a:bodyPr/>
          <a:lstStyle/>
          <a:p>
            <a:br>
              <a:rPr lang="en-US" dirty="0"/>
            </a:br>
            <a:br>
              <a:rPr lang="en-US" b="1" dirty="0"/>
            </a:br>
            <a:r>
              <a:rPr lang="en-US" b="1" dirty="0"/>
              <a:t>Robot Operating system</a:t>
            </a:r>
            <a:br>
              <a:rPr lang="en-US" b="1" dirty="0"/>
            </a:br>
            <a:r>
              <a:rPr lang="en-US" b="1" dirty="0">
                <a:solidFill>
                  <a:srgbClr val="0070C0"/>
                </a:solidFill>
              </a:rPr>
              <a:t>Basics of ROS</a:t>
            </a:r>
          </a:p>
        </p:txBody>
      </p:sp>
      <p:sp>
        <p:nvSpPr>
          <p:cNvPr id="3" name="Subtitle 2"/>
          <p:cNvSpPr>
            <a:spLocks noGrp="1"/>
          </p:cNvSpPr>
          <p:nvPr>
            <p:ph type="subTitle" idx="1"/>
          </p:nvPr>
        </p:nvSpPr>
        <p:spPr/>
        <p:txBody>
          <a:bodyPr>
            <a:normAutofit/>
          </a:bodyPr>
          <a:lstStyle/>
          <a:p>
            <a:r>
              <a:rPr lang="en-US" dirty="0"/>
              <a:t>Lecturer: Dr. Bui Ha Duc</a:t>
            </a:r>
          </a:p>
          <a:p>
            <a:r>
              <a:rPr lang="en-US" dirty="0"/>
              <a:t>Dept. of Mechatronics</a:t>
            </a:r>
          </a:p>
          <a:p>
            <a:r>
              <a:rPr lang="en-US" dirty="0"/>
              <a:t>Email: ducbh@hcmute.edu.vn</a:t>
            </a:r>
          </a:p>
        </p:txBody>
      </p:sp>
      <p:sp>
        <p:nvSpPr>
          <p:cNvPr id="4" name="Slide Number Placeholder 3"/>
          <p:cNvSpPr>
            <a:spLocks noGrp="1"/>
          </p:cNvSpPr>
          <p:nvPr>
            <p:ph type="sldNum" sz="quarter" idx="12"/>
          </p:nvPr>
        </p:nvSpPr>
        <p:spPr>
          <a:xfrm>
            <a:off x="9144000" y="6400800"/>
            <a:ext cx="1066800" cy="329184"/>
          </a:xfrm>
        </p:spPr>
        <p:txBody>
          <a:bodyPr/>
          <a:lstStyle/>
          <a:p>
            <a:fld id="{3957FE44-DABC-424D-A234-74BB9410FF27}" type="slidenum">
              <a:rPr lang="en-US" smtClean="0"/>
              <a:t>1</a:t>
            </a:fld>
            <a:endParaRPr lang="en-US" dirty="0"/>
          </a:p>
        </p:txBody>
      </p:sp>
    </p:spTree>
    <p:extLst>
      <p:ext uri="{BB962C8B-B14F-4D97-AF65-F5344CB8AC3E}">
        <p14:creationId xmlns:p14="http://schemas.microsoft.com/office/powerpoint/2010/main" val="3616535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7D479-68BB-B71A-8547-3994D8561EEA}"/>
              </a:ext>
            </a:extLst>
          </p:cNvPr>
          <p:cNvSpPr>
            <a:spLocks noGrp="1"/>
          </p:cNvSpPr>
          <p:nvPr>
            <p:ph type="title"/>
          </p:nvPr>
        </p:nvSpPr>
        <p:spPr/>
        <p:txBody>
          <a:bodyPr/>
          <a:lstStyle/>
          <a:p>
            <a:r>
              <a:rPr lang="en-US" b="1" dirty="0"/>
              <a:t>Introduction</a:t>
            </a:r>
            <a:endParaRPr lang="en-US" dirty="0"/>
          </a:p>
        </p:txBody>
      </p:sp>
      <p:sp>
        <p:nvSpPr>
          <p:cNvPr id="3" name="Content Placeholder 2">
            <a:extLst>
              <a:ext uri="{FF2B5EF4-FFF2-40B4-BE49-F238E27FC236}">
                <a16:creationId xmlns:a16="http://schemas.microsoft.com/office/drawing/2014/main" id="{29F4172A-164D-D701-E3F4-9401D2ECAE99}"/>
              </a:ext>
            </a:extLst>
          </p:cNvPr>
          <p:cNvSpPr>
            <a:spLocks noGrp="1"/>
          </p:cNvSpPr>
          <p:nvPr>
            <p:ph idx="1"/>
          </p:nvPr>
        </p:nvSpPr>
        <p:spPr/>
        <p:txBody>
          <a:bodyPr/>
          <a:lstStyle/>
          <a:p>
            <a:r>
              <a:rPr lang="en-US" b="1" dirty="0"/>
              <a:t>Robot middleware frameworks:</a:t>
            </a:r>
          </a:p>
          <a:p>
            <a:endParaRPr lang="en-US" b="1" dirty="0"/>
          </a:p>
          <a:p>
            <a:endParaRPr lang="en-US" b="1" dirty="0"/>
          </a:p>
          <a:p>
            <a:endParaRPr lang="en-US" b="1" dirty="0"/>
          </a:p>
          <a:p>
            <a:endParaRPr lang="en-US" b="1" dirty="0"/>
          </a:p>
          <a:p>
            <a:endParaRPr lang="en-US" b="1" dirty="0"/>
          </a:p>
          <a:p>
            <a:endParaRPr lang="en-US" b="1" dirty="0"/>
          </a:p>
          <a:p>
            <a:r>
              <a:rPr lang="en-US" dirty="0"/>
              <a:t>Robot programming middleware provide: </a:t>
            </a:r>
          </a:p>
          <a:p>
            <a:pPr marL="514350" indent="-182563">
              <a:buFont typeface="Wingdings" panose="05000000000000000000" pitchFamily="2" charset="2"/>
              <a:buChar char="§"/>
            </a:pPr>
            <a:r>
              <a:rPr lang="en-US" dirty="0"/>
              <a:t>drivers, libraries, tools and methodologies</a:t>
            </a:r>
          </a:p>
          <a:p>
            <a:pPr marL="346075" indent="-342900"/>
            <a:endParaRPr lang="en-US" dirty="0"/>
          </a:p>
        </p:txBody>
      </p:sp>
      <p:sp>
        <p:nvSpPr>
          <p:cNvPr id="4" name="Slide Number Placeholder 3">
            <a:extLst>
              <a:ext uri="{FF2B5EF4-FFF2-40B4-BE49-F238E27FC236}">
                <a16:creationId xmlns:a16="http://schemas.microsoft.com/office/drawing/2014/main" id="{2E29286E-59B3-E49B-9D28-7CE82D99814E}"/>
              </a:ext>
            </a:extLst>
          </p:cNvPr>
          <p:cNvSpPr>
            <a:spLocks noGrp="1"/>
          </p:cNvSpPr>
          <p:nvPr>
            <p:ph type="sldNum" sz="quarter" idx="12"/>
          </p:nvPr>
        </p:nvSpPr>
        <p:spPr/>
        <p:txBody>
          <a:bodyPr/>
          <a:lstStyle/>
          <a:p>
            <a:fld id="{3957FE44-DABC-424D-A234-74BB9410FF27}" type="slidenum">
              <a:rPr lang="en-US" smtClean="0"/>
              <a:pPr/>
              <a:t>2</a:t>
            </a:fld>
            <a:endParaRPr lang="en-US" dirty="0"/>
          </a:p>
        </p:txBody>
      </p:sp>
      <p:pic>
        <p:nvPicPr>
          <p:cNvPr id="6" name="Picture 5">
            <a:extLst>
              <a:ext uri="{FF2B5EF4-FFF2-40B4-BE49-F238E27FC236}">
                <a16:creationId xmlns:a16="http://schemas.microsoft.com/office/drawing/2014/main" id="{E8D02AB4-1C82-B10B-D780-6B1D8BC12333}"/>
              </a:ext>
            </a:extLst>
          </p:cNvPr>
          <p:cNvPicPr>
            <a:picLocks noChangeAspect="1"/>
          </p:cNvPicPr>
          <p:nvPr/>
        </p:nvPicPr>
        <p:blipFill>
          <a:blip r:embed="rId2"/>
          <a:stretch>
            <a:fillRect/>
          </a:stretch>
        </p:blipFill>
        <p:spPr>
          <a:xfrm>
            <a:off x="4191000" y="2209800"/>
            <a:ext cx="7095573" cy="2047910"/>
          </a:xfrm>
          <a:prstGeom prst="rect">
            <a:avLst/>
          </a:prstGeom>
        </p:spPr>
      </p:pic>
      <p:sp>
        <p:nvSpPr>
          <p:cNvPr id="7" name="TextBox 6">
            <a:extLst>
              <a:ext uri="{FF2B5EF4-FFF2-40B4-BE49-F238E27FC236}">
                <a16:creationId xmlns:a16="http://schemas.microsoft.com/office/drawing/2014/main" id="{05DBBEC9-7466-B8D9-F899-728C1207E6B8}"/>
              </a:ext>
            </a:extLst>
          </p:cNvPr>
          <p:cNvSpPr txBox="1"/>
          <p:nvPr/>
        </p:nvSpPr>
        <p:spPr>
          <a:xfrm>
            <a:off x="1676400" y="2802644"/>
            <a:ext cx="1595693" cy="646331"/>
          </a:xfrm>
          <a:prstGeom prst="rect">
            <a:avLst/>
          </a:prstGeom>
          <a:noFill/>
        </p:spPr>
        <p:txBody>
          <a:bodyPr wrap="none" rtlCol="0">
            <a:spAutoFit/>
          </a:bodyPr>
          <a:lstStyle/>
          <a:p>
            <a:r>
              <a:rPr lang="en-US" b="1" dirty="0">
                <a:solidFill>
                  <a:srgbClr val="0070C0"/>
                </a:solidFill>
              </a:rPr>
              <a:t>YARP, URBI, </a:t>
            </a:r>
          </a:p>
          <a:p>
            <a:r>
              <a:rPr lang="en-US" b="1" dirty="0">
                <a:solidFill>
                  <a:srgbClr val="0070C0"/>
                </a:solidFill>
              </a:rPr>
              <a:t>Player/Stage</a:t>
            </a:r>
          </a:p>
        </p:txBody>
      </p:sp>
      <p:cxnSp>
        <p:nvCxnSpPr>
          <p:cNvPr id="9" name="Straight Arrow Connector 8">
            <a:extLst>
              <a:ext uri="{FF2B5EF4-FFF2-40B4-BE49-F238E27FC236}">
                <a16:creationId xmlns:a16="http://schemas.microsoft.com/office/drawing/2014/main" id="{3C96B008-6E6F-E4AD-D24D-CBBA209866C5}"/>
              </a:ext>
            </a:extLst>
          </p:cNvPr>
          <p:cNvCxnSpPr/>
          <p:nvPr/>
        </p:nvCxnSpPr>
        <p:spPr>
          <a:xfrm>
            <a:off x="3276600" y="3124200"/>
            <a:ext cx="838200"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5881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8B660-3AEF-471F-8783-98105EE1F704}"/>
              </a:ext>
            </a:extLst>
          </p:cNvPr>
          <p:cNvSpPr>
            <a:spLocks noGrp="1"/>
          </p:cNvSpPr>
          <p:nvPr>
            <p:ph type="title"/>
          </p:nvPr>
        </p:nvSpPr>
        <p:spPr/>
        <p:txBody>
          <a:bodyPr/>
          <a:lstStyle/>
          <a:p>
            <a:r>
              <a:rPr lang="en-US" b="1" dirty="0"/>
              <a:t>Introduction</a:t>
            </a:r>
            <a:endParaRPr lang="en-US" dirty="0"/>
          </a:p>
        </p:txBody>
      </p:sp>
      <p:sp>
        <p:nvSpPr>
          <p:cNvPr id="3" name="Content Placeholder 2">
            <a:extLst>
              <a:ext uri="{FF2B5EF4-FFF2-40B4-BE49-F238E27FC236}">
                <a16:creationId xmlns:a16="http://schemas.microsoft.com/office/drawing/2014/main" id="{78BD492A-647E-403A-AAB1-5A571D908CA1}"/>
              </a:ext>
            </a:extLst>
          </p:cNvPr>
          <p:cNvSpPr>
            <a:spLocks noGrp="1"/>
          </p:cNvSpPr>
          <p:nvPr>
            <p:ph idx="1"/>
          </p:nvPr>
        </p:nvSpPr>
        <p:spPr/>
        <p:txBody>
          <a:bodyPr/>
          <a:lstStyle/>
          <a:p>
            <a:r>
              <a:rPr lang="en-US" dirty="0"/>
              <a:t>History of ROS </a:t>
            </a:r>
            <a:r>
              <a:rPr lang="en-US" sz="1800" i="1" dirty="0"/>
              <a:t>(</a:t>
            </a:r>
            <a:r>
              <a:rPr lang="en-US" sz="1800" i="1" dirty="0">
                <a:hlinkClick r:id="rId2"/>
              </a:rPr>
              <a:t>https://www.theconstructsim.com/history-ros/</a:t>
            </a:r>
            <a:r>
              <a:rPr lang="en-US" sz="1800" i="1" dirty="0"/>
              <a:t>)</a:t>
            </a:r>
          </a:p>
          <a:p>
            <a:r>
              <a:rPr lang="en-US" dirty="0"/>
              <a:t>Initiate by </a:t>
            </a:r>
            <a:r>
              <a:rPr lang="en-US" dirty="0" err="1"/>
              <a:t>Standford</a:t>
            </a:r>
            <a:r>
              <a:rPr lang="en-US" dirty="0"/>
              <a:t> University in May-2007</a:t>
            </a:r>
          </a:p>
          <a:p>
            <a:r>
              <a:rPr lang="en-US" dirty="0"/>
              <a:t>In Nov-2007, Willow Garage take the lead</a:t>
            </a:r>
          </a:p>
          <a:p>
            <a:endParaRPr lang="en-US" dirty="0"/>
          </a:p>
          <a:p>
            <a:endParaRPr lang="en-US" dirty="0"/>
          </a:p>
          <a:p>
            <a:endParaRPr lang="en-US" dirty="0"/>
          </a:p>
          <a:p>
            <a:endParaRPr lang="en-US" dirty="0"/>
          </a:p>
          <a:p>
            <a:endParaRPr lang="en-US" dirty="0"/>
          </a:p>
          <a:p>
            <a:endParaRPr lang="en-US" dirty="0"/>
          </a:p>
          <a:p>
            <a:r>
              <a:rPr lang="en-US" dirty="0"/>
              <a:t>After the close of Willow Garage in 2014, ROS becomes an open source framework</a:t>
            </a:r>
          </a:p>
        </p:txBody>
      </p:sp>
      <p:sp>
        <p:nvSpPr>
          <p:cNvPr id="4" name="Slide Number Placeholder 3">
            <a:extLst>
              <a:ext uri="{FF2B5EF4-FFF2-40B4-BE49-F238E27FC236}">
                <a16:creationId xmlns:a16="http://schemas.microsoft.com/office/drawing/2014/main" id="{EA7FC039-EA44-46BD-A20C-DF1CFE85FDE9}"/>
              </a:ext>
            </a:extLst>
          </p:cNvPr>
          <p:cNvSpPr>
            <a:spLocks noGrp="1"/>
          </p:cNvSpPr>
          <p:nvPr>
            <p:ph type="sldNum" sz="quarter" idx="12"/>
          </p:nvPr>
        </p:nvSpPr>
        <p:spPr/>
        <p:txBody>
          <a:bodyPr/>
          <a:lstStyle/>
          <a:p>
            <a:fld id="{3957FE44-DABC-424D-A234-74BB9410FF27}" type="slidenum">
              <a:rPr lang="en-US" smtClean="0"/>
              <a:pPr/>
              <a:t>3</a:t>
            </a:fld>
            <a:endParaRPr lang="en-US" dirty="0"/>
          </a:p>
        </p:txBody>
      </p:sp>
      <p:pic>
        <p:nvPicPr>
          <p:cNvPr id="3080" name="Picture 8" descr="ros-evolution-repo-packages-History-ROS">
            <a:extLst>
              <a:ext uri="{FF2B5EF4-FFF2-40B4-BE49-F238E27FC236}">
                <a16:creationId xmlns:a16="http://schemas.microsoft.com/office/drawing/2014/main" id="{C78F2D2A-36E9-4500-9E18-2BE0F2A15B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2971800"/>
            <a:ext cx="5562600" cy="211881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46113F87-4D6A-4D88-B2C0-79669F6CC7AA}"/>
              </a:ext>
            </a:extLst>
          </p:cNvPr>
          <p:cNvSpPr txBox="1"/>
          <p:nvPr/>
        </p:nvSpPr>
        <p:spPr>
          <a:xfrm>
            <a:off x="2209800" y="6331405"/>
            <a:ext cx="8077200" cy="261610"/>
          </a:xfrm>
          <a:prstGeom prst="rect">
            <a:avLst/>
          </a:prstGeom>
          <a:noFill/>
        </p:spPr>
        <p:txBody>
          <a:bodyPr wrap="square">
            <a:spAutoFit/>
          </a:bodyPr>
          <a:lstStyle/>
          <a:p>
            <a:r>
              <a:rPr lang="en-US" sz="1100" i="1" dirty="0">
                <a:hlinkClick r:id="rId4"/>
              </a:rPr>
              <a:t>https_www.businessinsider.com/?url=https%3A%2F%2Fwww.businessinsider.com%2Fa-look-back-at-willow-garage-2016-2</a:t>
            </a:r>
            <a:endParaRPr lang="en-US" sz="1100" i="1" dirty="0"/>
          </a:p>
        </p:txBody>
      </p:sp>
    </p:spTree>
    <p:extLst>
      <p:ext uri="{BB962C8B-B14F-4D97-AF65-F5344CB8AC3E}">
        <p14:creationId xmlns:p14="http://schemas.microsoft.com/office/powerpoint/2010/main" val="1540350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p>
        </p:txBody>
      </p:sp>
      <p:sp>
        <p:nvSpPr>
          <p:cNvPr id="3" name="Content Placeholder 2"/>
          <p:cNvSpPr>
            <a:spLocks noGrp="1"/>
          </p:cNvSpPr>
          <p:nvPr>
            <p:ph idx="1"/>
          </p:nvPr>
        </p:nvSpPr>
        <p:spPr/>
        <p:txBody>
          <a:bodyPr/>
          <a:lstStyle/>
          <a:p>
            <a:r>
              <a:rPr lang="en-US" dirty="0"/>
              <a:t>ROS is an open source framework for robot control</a:t>
            </a:r>
          </a:p>
          <a:p>
            <a:r>
              <a:rPr lang="en-US" dirty="0"/>
              <a:t>ROS serve as a common software platform for people who are building and using robot</a:t>
            </a:r>
          </a:p>
          <a:p>
            <a:pPr lvl="1"/>
            <a:r>
              <a:rPr lang="en-US" dirty="0"/>
              <a:t>Share code and ideas</a:t>
            </a:r>
          </a:p>
          <a:p>
            <a:pPr lvl="1"/>
            <a:r>
              <a:rPr lang="en-US" dirty="0"/>
              <a:t>Contain many software packages </a:t>
            </a:r>
            <a:r>
              <a:rPr lang="en-US" dirty="0">
                <a:sym typeface="Wingdings" panose="05000000000000000000" pitchFamily="2" charset="2"/>
              </a:rPr>
              <a:t> </a:t>
            </a:r>
            <a:r>
              <a:rPr lang="en-US" b="1" dirty="0">
                <a:solidFill>
                  <a:srgbClr val="FF0000"/>
                </a:solidFill>
                <a:sym typeface="Wingdings" panose="05000000000000000000" pitchFamily="2" charset="2"/>
              </a:rPr>
              <a:t>save time</a:t>
            </a:r>
          </a:p>
        </p:txBody>
      </p:sp>
      <p:sp>
        <p:nvSpPr>
          <p:cNvPr id="4" name="Slide Number Placeholder 3"/>
          <p:cNvSpPr>
            <a:spLocks noGrp="1"/>
          </p:cNvSpPr>
          <p:nvPr>
            <p:ph type="sldNum" sz="quarter" idx="12"/>
          </p:nvPr>
        </p:nvSpPr>
        <p:spPr/>
        <p:txBody>
          <a:bodyPr/>
          <a:lstStyle/>
          <a:p>
            <a:fld id="{3957FE44-DABC-424D-A234-74BB9410FF27}" type="slidenum">
              <a:rPr lang="en-US" smtClean="0"/>
              <a:pPr/>
              <a:t>4</a:t>
            </a:fld>
            <a:endParaRPr lang="en-US" dirty="0"/>
          </a:p>
        </p:txBody>
      </p:sp>
      <p:pic>
        <p:nvPicPr>
          <p:cNvPr id="1026" name="Picture 2" descr="The Whats and Whys of ROS(Robot Operating System) - Parth Chhabra ...">
            <a:extLst>
              <a:ext uri="{FF2B5EF4-FFF2-40B4-BE49-F238E27FC236}">
                <a16:creationId xmlns:a16="http://schemas.microsoft.com/office/drawing/2014/main" id="{665E76A5-66CD-47E2-8297-8FD8C1444A0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67601" y="683163"/>
            <a:ext cx="2847975" cy="7561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Diagram 13">
            <a:extLst>
              <a:ext uri="{FF2B5EF4-FFF2-40B4-BE49-F238E27FC236}">
                <a16:creationId xmlns:a16="http://schemas.microsoft.com/office/drawing/2014/main" id="{276DA807-56A5-4EC9-A58F-A1AAA890EB9F}"/>
              </a:ext>
            </a:extLst>
          </p:cNvPr>
          <p:cNvGraphicFramePr/>
          <p:nvPr>
            <p:extLst>
              <p:ext uri="{D42A27DB-BD31-4B8C-83A1-F6EECF244321}">
                <p14:modId xmlns:p14="http://schemas.microsoft.com/office/powerpoint/2010/main" val="527063683"/>
              </p:ext>
            </p:extLst>
          </p:nvPr>
        </p:nvGraphicFramePr>
        <p:xfrm>
          <a:off x="2399109" y="3721100"/>
          <a:ext cx="7393782" cy="3073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p:cNvSpPr txBox="1"/>
          <p:nvPr/>
        </p:nvSpPr>
        <p:spPr>
          <a:xfrm>
            <a:off x="8077200" y="3721101"/>
            <a:ext cx="2438400"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t>Process management</a:t>
            </a:r>
          </a:p>
          <a:p>
            <a:pPr marL="285750" indent="-285750">
              <a:buFont typeface="Arial" panose="020B0604020202020204" pitchFamily="34" charset="0"/>
              <a:buChar char="•"/>
            </a:pPr>
            <a:r>
              <a:rPr lang="en-US" sz="1400" dirty="0"/>
              <a:t>Inter-process communication</a:t>
            </a:r>
          </a:p>
          <a:p>
            <a:pPr marL="285750" indent="-285750">
              <a:buFont typeface="Arial" panose="020B0604020202020204" pitchFamily="34" charset="0"/>
              <a:buChar char="•"/>
            </a:pPr>
            <a:r>
              <a:rPr lang="en-US" sz="1400" dirty="0"/>
              <a:t>Device drivers</a:t>
            </a:r>
          </a:p>
        </p:txBody>
      </p:sp>
      <p:sp>
        <p:nvSpPr>
          <p:cNvPr id="8" name="TextBox 7"/>
          <p:cNvSpPr txBox="1"/>
          <p:nvPr/>
        </p:nvSpPr>
        <p:spPr>
          <a:xfrm>
            <a:off x="8077200" y="5681644"/>
            <a:ext cx="2438400"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t>Control</a:t>
            </a:r>
          </a:p>
          <a:p>
            <a:pPr marL="285750" indent="-285750">
              <a:buFont typeface="Arial" panose="020B0604020202020204" pitchFamily="34" charset="0"/>
              <a:buChar char="•"/>
            </a:pPr>
            <a:r>
              <a:rPr lang="en-US" sz="1400" dirty="0"/>
              <a:t>Planning</a:t>
            </a:r>
          </a:p>
          <a:p>
            <a:pPr marL="285750" indent="-285750">
              <a:buFont typeface="Arial" panose="020B0604020202020204" pitchFamily="34" charset="0"/>
              <a:buChar char="•"/>
            </a:pPr>
            <a:r>
              <a:rPr lang="en-US" sz="1400" dirty="0"/>
              <a:t>Mapping</a:t>
            </a:r>
          </a:p>
          <a:p>
            <a:pPr marL="285750" indent="-285750">
              <a:buFont typeface="Arial" panose="020B0604020202020204" pitchFamily="34" charset="0"/>
              <a:buChar char="•"/>
            </a:pPr>
            <a:r>
              <a:rPr lang="en-US" sz="1400" dirty="0"/>
              <a:t>Perception</a:t>
            </a:r>
          </a:p>
        </p:txBody>
      </p:sp>
      <p:sp>
        <p:nvSpPr>
          <p:cNvPr id="9" name="TextBox 8"/>
          <p:cNvSpPr txBox="1"/>
          <p:nvPr/>
        </p:nvSpPr>
        <p:spPr>
          <a:xfrm>
            <a:off x="1905000" y="5825713"/>
            <a:ext cx="2438400"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t>Package organization</a:t>
            </a:r>
          </a:p>
          <a:p>
            <a:pPr marL="285750" indent="-285750">
              <a:buFont typeface="Arial" panose="020B0604020202020204" pitchFamily="34" charset="0"/>
              <a:buChar char="•"/>
            </a:pPr>
            <a:r>
              <a:rPr lang="en-US" sz="1400" dirty="0"/>
              <a:t>Software distribution</a:t>
            </a:r>
          </a:p>
          <a:p>
            <a:pPr marL="285750" indent="-285750">
              <a:buFont typeface="Arial" panose="020B0604020202020204" pitchFamily="34" charset="0"/>
              <a:buChar char="•"/>
            </a:pPr>
            <a:r>
              <a:rPr lang="en-US" sz="1400" dirty="0"/>
              <a:t>Documentation</a:t>
            </a:r>
          </a:p>
          <a:p>
            <a:pPr marL="285750" indent="-285750">
              <a:buFont typeface="Arial" panose="020B0604020202020204" pitchFamily="34" charset="0"/>
              <a:buChar char="•"/>
            </a:pPr>
            <a:r>
              <a:rPr lang="en-US" sz="1400" dirty="0"/>
              <a:t>Tutorial</a:t>
            </a:r>
          </a:p>
        </p:txBody>
      </p:sp>
      <p:sp>
        <p:nvSpPr>
          <p:cNvPr id="10" name="TextBox 9"/>
          <p:cNvSpPr txBox="1"/>
          <p:nvPr/>
        </p:nvSpPr>
        <p:spPr>
          <a:xfrm>
            <a:off x="1828800" y="3734266"/>
            <a:ext cx="2438400"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t>Simulation</a:t>
            </a:r>
          </a:p>
          <a:p>
            <a:pPr marL="285750" indent="-285750">
              <a:buFont typeface="Arial" panose="020B0604020202020204" pitchFamily="34" charset="0"/>
              <a:buChar char="•"/>
            </a:pPr>
            <a:r>
              <a:rPr lang="en-US" sz="1400" dirty="0"/>
              <a:t>Graphic user interface</a:t>
            </a:r>
          </a:p>
          <a:p>
            <a:pPr marL="285750" indent="-285750">
              <a:buFont typeface="Arial" panose="020B0604020202020204" pitchFamily="34" charset="0"/>
              <a:buChar char="•"/>
            </a:pPr>
            <a:r>
              <a:rPr lang="en-US" sz="1400" dirty="0"/>
              <a:t>Data logging </a:t>
            </a:r>
          </a:p>
        </p:txBody>
      </p:sp>
    </p:spTree>
    <p:extLst>
      <p:ext uri="{BB962C8B-B14F-4D97-AF65-F5344CB8AC3E}">
        <p14:creationId xmlns:p14="http://schemas.microsoft.com/office/powerpoint/2010/main" val="4174336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ROS philosophy</a:t>
            </a:r>
          </a:p>
        </p:txBody>
      </p:sp>
      <p:sp>
        <p:nvSpPr>
          <p:cNvPr id="3" name="Content Placeholder 2"/>
          <p:cNvSpPr>
            <a:spLocks noGrp="1"/>
          </p:cNvSpPr>
          <p:nvPr>
            <p:ph idx="1"/>
          </p:nvPr>
        </p:nvSpPr>
        <p:spPr/>
        <p:txBody>
          <a:bodyPr/>
          <a:lstStyle/>
          <a:p>
            <a:pPr>
              <a:spcBef>
                <a:spcPts val="1200"/>
              </a:spcBef>
            </a:pPr>
            <a:r>
              <a:rPr lang="en-US" b="1" dirty="0"/>
              <a:t>Peer-to-Peer</a:t>
            </a:r>
            <a:r>
              <a:rPr lang="en-US" dirty="0"/>
              <a:t>: individual packages communicate over defined API</a:t>
            </a:r>
          </a:p>
          <a:p>
            <a:pPr>
              <a:spcBef>
                <a:spcPts val="1200"/>
              </a:spcBef>
            </a:pPr>
            <a:r>
              <a:rPr lang="en-US" b="1" dirty="0"/>
              <a:t>Network</a:t>
            </a:r>
            <a:r>
              <a:rPr lang="en-US" dirty="0"/>
              <a:t>: Multiple computer can run and communicate over the network</a:t>
            </a:r>
          </a:p>
          <a:p>
            <a:pPr>
              <a:spcBef>
                <a:spcPts val="1200"/>
              </a:spcBef>
            </a:pPr>
            <a:r>
              <a:rPr lang="en-US" b="1" dirty="0"/>
              <a:t>Multi-Language</a:t>
            </a:r>
            <a:r>
              <a:rPr lang="en-US" dirty="0"/>
              <a:t>: ROS module can be written and multiple languages (C++, Python, </a:t>
            </a:r>
            <a:r>
              <a:rPr lang="en-US" dirty="0" err="1"/>
              <a:t>Matlab</a:t>
            </a:r>
            <a:r>
              <a:rPr lang="en-US" dirty="0"/>
              <a:t>, Java…)</a:t>
            </a:r>
          </a:p>
          <a:p>
            <a:pPr>
              <a:spcBef>
                <a:spcPts val="1200"/>
              </a:spcBef>
            </a:pPr>
            <a:r>
              <a:rPr lang="en-US" b="1" dirty="0"/>
              <a:t>Thin</a:t>
            </a:r>
            <a:r>
              <a:rPr lang="en-US" dirty="0"/>
              <a:t>: stand-alone libraries are build inside ROS layer</a:t>
            </a:r>
          </a:p>
          <a:p>
            <a:pPr>
              <a:spcBef>
                <a:spcPts val="1200"/>
              </a:spcBef>
            </a:pPr>
            <a:r>
              <a:rPr lang="en-US" b="1" dirty="0"/>
              <a:t>Free and open source</a:t>
            </a:r>
          </a:p>
          <a:p>
            <a:endParaRPr lang="en-US" dirty="0"/>
          </a:p>
          <a:p>
            <a:endParaRPr lang="en-US" dirty="0"/>
          </a:p>
        </p:txBody>
      </p:sp>
      <p:sp>
        <p:nvSpPr>
          <p:cNvPr id="4" name="Slide Number Placeholder 3"/>
          <p:cNvSpPr>
            <a:spLocks noGrp="1"/>
          </p:cNvSpPr>
          <p:nvPr>
            <p:ph type="sldNum" sz="quarter" idx="12"/>
          </p:nvPr>
        </p:nvSpPr>
        <p:spPr/>
        <p:txBody>
          <a:bodyPr/>
          <a:lstStyle/>
          <a:p>
            <a:fld id="{3957FE44-DABC-424D-A234-74BB9410FF27}" type="slidenum">
              <a:rPr lang="en-US" smtClean="0"/>
              <a:pPr/>
              <a:t>5</a:t>
            </a:fld>
            <a:endParaRPr lang="en-US" dirty="0"/>
          </a:p>
        </p:txBody>
      </p:sp>
    </p:spTree>
    <p:extLst>
      <p:ext uri="{BB962C8B-B14F-4D97-AF65-F5344CB8AC3E}">
        <p14:creationId xmlns:p14="http://schemas.microsoft.com/office/powerpoint/2010/main" val="4088343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E559A-2A6A-46DF-A607-21FBF6C1BAB9}"/>
              </a:ext>
            </a:extLst>
          </p:cNvPr>
          <p:cNvSpPr>
            <a:spLocks noGrp="1"/>
          </p:cNvSpPr>
          <p:nvPr>
            <p:ph type="title"/>
          </p:nvPr>
        </p:nvSpPr>
        <p:spPr/>
        <p:txBody>
          <a:bodyPr/>
          <a:lstStyle/>
          <a:p>
            <a:r>
              <a:rPr lang="en-US" b="1" dirty="0"/>
              <a:t>Introduction</a:t>
            </a:r>
            <a:endParaRPr lang="en-US" dirty="0"/>
          </a:p>
        </p:txBody>
      </p:sp>
      <p:sp>
        <p:nvSpPr>
          <p:cNvPr id="3" name="Content Placeholder 2">
            <a:extLst>
              <a:ext uri="{FF2B5EF4-FFF2-40B4-BE49-F238E27FC236}">
                <a16:creationId xmlns:a16="http://schemas.microsoft.com/office/drawing/2014/main" id="{101B8524-C5DD-4056-A820-410945FEA08B}"/>
              </a:ext>
            </a:extLst>
          </p:cNvPr>
          <p:cNvSpPr>
            <a:spLocks noGrp="1"/>
          </p:cNvSpPr>
          <p:nvPr>
            <p:ph idx="1"/>
          </p:nvPr>
        </p:nvSpPr>
        <p:spPr/>
        <p:txBody>
          <a:bodyPr/>
          <a:lstStyle/>
          <a:p>
            <a:r>
              <a:rPr lang="en-US" dirty="0"/>
              <a:t>Website:</a:t>
            </a:r>
          </a:p>
          <a:p>
            <a:pPr marL="0" indent="0">
              <a:buNone/>
            </a:pPr>
            <a:r>
              <a:rPr lang="en-US" dirty="0"/>
              <a:t>	</a:t>
            </a:r>
            <a:r>
              <a:rPr lang="en-US" dirty="0">
                <a:hlinkClick r:id="rId2"/>
              </a:rPr>
              <a:t>http://www.ros.org/</a:t>
            </a:r>
            <a:endParaRPr lang="en-US" dirty="0"/>
          </a:p>
          <a:p>
            <a:r>
              <a:rPr lang="en-US" dirty="0"/>
              <a:t>ROS2 Documentation:</a:t>
            </a:r>
          </a:p>
          <a:p>
            <a:pPr marL="0" indent="0">
              <a:buNone/>
            </a:pPr>
            <a:r>
              <a:rPr lang="en-US" dirty="0"/>
              <a:t>	</a:t>
            </a:r>
            <a:r>
              <a:rPr lang="en-US" dirty="0">
                <a:hlinkClick r:id="rId3"/>
              </a:rPr>
              <a:t>https://docs.ros.org</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6FEA7334-BC8C-4053-9704-F67DD248B6F2}"/>
              </a:ext>
            </a:extLst>
          </p:cNvPr>
          <p:cNvSpPr>
            <a:spLocks noGrp="1"/>
          </p:cNvSpPr>
          <p:nvPr>
            <p:ph type="sldNum" sz="quarter" idx="12"/>
          </p:nvPr>
        </p:nvSpPr>
        <p:spPr/>
        <p:txBody>
          <a:bodyPr/>
          <a:lstStyle/>
          <a:p>
            <a:fld id="{3957FE44-DABC-424D-A234-74BB9410FF27}" type="slidenum">
              <a:rPr lang="en-US" smtClean="0"/>
              <a:pPr/>
              <a:t>6</a:t>
            </a:fld>
            <a:endParaRPr lang="en-US" dirty="0"/>
          </a:p>
        </p:txBody>
      </p:sp>
      <p:pic>
        <p:nvPicPr>
          <p:cNvPr id="6" name="Picture 5">
            <a:extLst>
              <a:ext uri="{FF2B5EF4-FFF2-40B4-BE49-F238E27FC236}">
                <a16:creationId xmlns:a16="http://schemas.microsoft.com/office/drawing/2014/main" id="{52B251D9-013B-93FD-3499-F1A4DEE043D2}"/>
              </a:ext>
            </a:extLst>
          </p:cNvPr>
          <p:cNvPicPr>
            <a:picLocks noChangeAspect="1"/>
          </p:cNvPicPr>
          <p:nvPr/>
        </p:nvPicPr>
        <p:blipFill>
          <a:blip r:embed="rId4"/>
          <a:stretch>
            <a:fillRect/>
          </a:stretch>
        </p:blipFill>
        <p:spPr>
          <a:xfrm>
            <a:off x="762000" y="3886200"/>
            <a:ext cx="5912154" cy="2292468"/>
          </a:xfrm>
          <a:prstGeom prst="rect">
            <a:avLst/>
          </a:prstGeom>
        </p:spPr>
      </p:pic>
      <p:pic>
        <p:nvPicPr>
          <p:cNvPr id="8" name="Picture 7">
            <a:extLst>
              <a:ext uri="{FF2B5EF4-FFF2-40B4-BE49-F238E27FC236}">
                <a16:creationId xmlns:a16="http://schemas.microsoft.com/office/drawing/2014/main" id="{E57AB9C1-048F-7A99-F101-2218D25FE282}"/>
              </a:ext>
            </a:extLst>
          </p:cNvPr>
          <p:cNvPicPr>
            <a:picLocks noChangeAspect="1"/>
          </p:cNvPicPr>
          <p:nvPr/>
        </p:nvPicPr>
        <p:blipFill>
          <a:blip r:embed="rId5"/>
          <a:stretch>
            <a:fillRect/>
          </a:stretch>
        </p:blipFill>
        <p:spPr>
          <a:xfrm>
            <a:off x="6916548" y="1295400"/>
            <a:ext cx="5168972" cy="4767329"/>
          </a:xfrm>
          <a:prstGeom prst="rect">
            <a:avLst/>
          </a:prstGeom>
        </p:spPr>
      </p:pic>
    </p:spTree>
    <p:extLst>
      <p:ext uri="{BB962C8B-B14F-4D97-AF65-F5344CB8AC3E}">
        <p14:creationId xmlns:p14="http://schemas.microsoft.com/office/powerpoint/2010/main" val="3609057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A8C94-B309-40C7-A0EA-E0A7D8F1BA5D}"/>
              </a:ext>
            </a:extLst>
          </p:cNvPr>
          <p:cNvSpPr>
            <a:spLocks noGrp="1"/>
          </p:cNvSpPr>
          <p:nvPr>
            <p:ph type="title"/>
          </p:nvPr>
        </p:nvSpPr>
        <p:spPr/>
        <p:txBody>
          <a:bodyPr/>
          <a:lstStyle/>
          <a:p>
            <a:r>
              <a:rPr lang="en-US" dirty="0"/>
              <a:t>ROS2 Architecture</a:t>
            </a:r>
          </a:p>
        </p:txBody>
      </p:sp>
      <p:sp>
        <p:nvSpPr>
          <p:cNvPr id="4" name="Slide Number Placeholder 3">
            <a:extLst>
              <a:ext uri="{FF2B5EF4-FFF2-40B4-BE49-F238E27FC236}">
                <a16:creationId xmlns:a16="http://schemas.microsoft.com/office/drawing/2014/main" id="{F74F1EFF-2D94-442E-BD56-A1EE53580047}"/>
              </a:ext>
            </a:extLst>
          </p:cNvPr>
          <p:cNvSpPr>
            <a:spLocks noGrp="1"/>
          </p:cNvSpPr>
          <p:nvPr>
            <p:ph type="sldNum" sz="quarter" idx="12"/>
          </p:nvPr>
        </p:nvSpPr>
        <p:spPr/>
        <p:txBody>
          <a:bodyPr/>
          <a:lstStyle/>
          <a:p>
            <a:fld id="{3957FE44-DABC-424D-A234-74BB9410FF27}" type="slidenum">
              <a:rPr lang="en-US" smtClean="0"/>
              <a:pPr/>
              <a:t>7</a:t>
            </a:fld>
            <a:endParaRPr lang="en-US" dirty="0"/>
          </a:p>
        </p:txBody>
      </p:sp>
      <p:pic>
        <p:nvPicPr>
          <p:cNvPr id="6" name="Picture 5">
            <a:extLst>
              <a:ext uri="{FF2B5EF4-FFF2-40B4-BE49-F238E27FC236}">
                <a16:creationId xmlns:a16="http://schemas.microsoft.com/office/drawing/2014/main" id="{D4CC9F86-4559-4922-94B9-1B677F6AD0B1}"/>
              </a:ext>
            </a:extLst>
          </p:cNvPr>
          <p:cNvPicPr>
            <a:picLocks noChangeAspect="1"/>
          </p:cNvPicPr>
          <p:nvPr/>
        </p:nvPicPr>
        <p:blipFill>
          <a:blip r:embed="rId2"/>
          <a:stretch>
            <a:fillRect/>
          </a:stretch>
        </p:blipFill>
        <p:spPr>
          <a:xfrm>
            <a:off x="2357410" y="1398335"/>
            <a:ext cx="7477180" cy="5267364"/>
          </a:xfrm>
          <a:prstGeom prst="rect">
            <a:avLst/>
          </a:prstGeom>
        </p:spPr>
      </p:pic>
    </p:spTree>
    <p:extLst>
      <p:ext uri="{BB962C8B-B14F-4D97-AF65-F5344CB8AC3E}">
        <p14:creationId xmlns:p14="http://schemas.microsoft.com/office/powerpoint/2010/main" val="3204425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ROS Build System</a:t>
            </a:r>
          </a:p>
        </p:txBody>
      </p:sp>
      <p:sp>
        <p:nvSpPr>
          <p:cNvPr id="3" name="Content Placeholder 2"/>
          <p:cNvSpPr>
            <a:spLocks noGrp="1"/>
          </p:cNvSpPr>
          <p:nvPr>
            <p:ph idx="1"/>
          </p:nvPr>
        </p:nvSpPr>
        <p:spPr/>
        <p:txBody>
          <a:bodyPr/>
          <a:lstStyle/>
          <a:p>
            <a:r>
              <a:rPr lang="en-US" b="1" dirty="0"/>
              <a:t>ROS build system</a:t>
            </a:r>
            <a:r>
              <a:rPr lang="en-US" dirty="0"/>
              <a:t> is responsible for generating executables, libraries and interface from raw independent source code – </a:t>
            </a:r>
            <a:r>
              <a:rPr lang="en-US" b="1" i="1" dirty="0">
                <a:solidFill>
                  <a:srgbClr val="0070C0"/>
                </a:solidFill>
              </a:rPr>
              <a:t>packages</a:t>
            </a:r>
          </a:p>
          <a:p>
            <a:endParaRPr lang="en-US" b="1" i="1" dirty="0">
              <a:solidFill>
                <a:srgbClr val="0070C0"/>
              </a:solidFill>
            </a:endParaRPr>
          </a:p>
        </p:txBody>
      </p:sp>
      <p:sp>
        <p:nvSpPr>
          <p:cNvPr id="4" name="Slide Number Placeholder 3"/>
          <p:cNvSpPr>
            <a:spLocks noGrp="1"/>
          </p:cNvSpPr>
          <p:nvPr>
            <p:ph type="sldNum" sz="quarter" idx="12"/>
          </p:nvPr>
        </p:nvSpPr>
        <p:spPr/>
        <p:txBody>
          <a:bodyPr/>
          <a:lstStyle/>
          <a:p>
            <a:fld id="{3957FE44-DABC-424D-A234-74BB9410FF27}" type="slidenum">
              <a:rPr lang="en-US" smtClean="0"/>
              <a:pPr/>
              <a:t>8</a:t>
            </a:fld>
            <a:endParaRPr lang="en-US" dirty="0"/>
          </a:p>
        </p:txBody>
      </p:sp>
      <p:pic>
        <p:nvPicPr>
          <p:cNvPr id="7" name="Picture 6">
            <a:extLst>
              <a:ext uri="{FF2B5EF4-FFF2-40B4-BE49-F238E27FC236}">
                <a16:creationId xmlns:a16="http://schemas.microsoft.com/office/drawing/2014/main" id="{D91D9760-F817-4FD2-B382-23EB28EAB757}"/>
              </a:ext>
            </a:extLst>
          </p:cNvPr>
          <p:cNvPicPr>
            <a:picLocks noChangeAspect="1"/>
          </p:cNvPicPr>
          <p:nvPr/>
        </p:nvPicPr>
        <p:blipFill>
          <a:blip r:embed="rId3"/>
          <a:stretch>
            <a:fillRect/>
          </a:stretch>
        </p:blipFill>
        <p:spPr>
          <a:xfrm>
            <a:off x="1752600" y="2514600"/>
            <a:ext cx="6248400" cy="4237421"/>
          </a:xfrm>
          <a:prstGeom prst="rect">
            <a:avLst/>
          </a:prstGeom>
        </p:spPr>
      </p:pic>
      <p:sp>
        <p:nvSpPr>
          <p:cNvPr id="8" name="Rectangle 7">
            <a:extLst>
              <a:ext uri="{FF2B5EF4-FFF2-40B4-BE49-F238E27FC236}">
                <a16:creationId xmlns:a16="http://schemas.microsoft.com/office/drawing/2014/main" id="{0650CA2B-5FDA-42C5-9E63-2F98322537DD}"/>
              </a:ext>
            </a:extLst>
          </p:cNvPr>
          <p:cNvSpPr/>
          <p:nvPr/>
        </p:nvSpPr>
        <p:spPr>
          <a:xfrm>
            <a:off x="5257800" y="6248400"/>
            <a:ext cx="2362200" cy="457200"/>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33C6276E-90FE-43A8-8A65-67EBA0669516}"/>
              </a:ext>
            </a:extLst>
          </p:cNvPr>
          <p:cNvSpPr txBox="1"/>
          <p:nvPr/>
        </p:nvSpPr>
        <p:spPr>
          <a:xfrm>
            <a:off x="8775700" y="5879068"/>
            <a:ext cx="4191000" cy="369332"/>
          </a:xfrm>
          <a:prstGeom prst="rect">
            <a:avLst/>
          </a:prstGeom>
          <a:noFill/>
        </p:spPr>
        <p:txBody>
          <a:bodyPr wrap="square">
            <a:spAutoFit/>
          </a:bodyPr>
          <a:lstStyle/>
          <a:p>
            <a:r>
              <a:rPr lang="en-US" dirty="0"/>
              <a:t>"shortcut" for your file</a:t>
            </a:r>
          </a:p>
        </p:txBody>
      </p:sp>
      <p:cxnSp>
        <p:nvCxnSpPr>
          <p:cNvPr id="12" name="Straight Arrow Connector 11">
            <a:extLst>
              <a:ext uri="{FF2B5EF4-FFF2-40B4-BE49-F238E27FC236}">
                <a16:creationId xmlns:a16="http://schemas.microsoft.com/office/drawing/2014/main" id="{77A52433-739F-4F5F-A51F-63903D404BB1}"/>
              </a:ext>
            </a:extLst>
          </p:cNvPr>
          <p:cNvCxnSpPr>
            <a:cxnSpLocks/>
            <a:endCxn id="11" idx="1"/>
          </p:cNvCxnSpPr>
          <p:nvPr/>
        </p:nvCxnSpPr>
        <p:spPr>
          <a:xfrm flipV="1">
            <a:off x="7651750" y="6063734"/>
            <a:ext cx="1123950" cy="41326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6653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ROS Workspace</a:t>
            </a:r>
          </a:p>
        </p:txBody>
      </p:sp>
      <p:sp>
        <p:nvSpPr>
          <p:cNvPr id="4" name="Slide Number Placeholder 3"/>
          <p:cNvSpPr>
            <a:spLocks noGrp="1"/>
          </p:cNvSpPr>
          <p:nvPr>
            <p:ph type="sldNum" sz="quarter" idx="12"/>
          </p:nvPr>
        </p:nvSpPr>
        <p:spPr/>
        <p:txBody>
          <a:bodyPr/>
          <a:lstStyle/>
          <a:p>
            <a:fld id="{3957FE44-DABC-424D-A234-74BB9410FF27}" type="slidenum">
              <a:rPr lang="en-US" smtClean="0"/>
              <a:pPr/>
              <a:t>9</a:t>
            </a:fld>
            <a:endParaRPr lang="en-US" dirty="0"/>
          </a:p>
        </p:txBody>
      </p:sp>
      <p:pic>
        <p:nvPicPr>
          <p:cNvPr id="5" name="Picture 2" descr="Study notes of autolabor 2.5 (3) — working space and compiling system of  ROS | Develop Paper"/>
          <p:cNvPicPr>
            <a:picLocks noChangeAspect="1" noChangeArrowheads="1"/>
          </p:cNvPicPr>
          <p:nvPr/>
        </p:nvPicPr>
        <p:blipFill rotWithShape="1">
          <a:blip r:embed="rId2">
            <a:extLst>
              <a:ext uri="{28A0092B-C50C-407E-A947-70E740481C1C}">
                <a14:useLocalDpi xmlns:a14="http://schemas.microsoft.com/office/drawing/2010/main" val="0"/>
              </a:ext>
            </a:extLst>
          </a:blip>
          <a:srcRect l="20556" r="22106" b="64030"/>
          <a:stretch/>
        </p:blipFill>
        <p:spPr bwMode="auto">
          <a:xfrm>
            <a:off x="5638800" y="2515051"/>
            <a:ext cx="4615405" cy="104656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811574" y="3749512"/>
            <a:ext cx="1351652" cy="1631216"/>
          </a:xfrm>
          <a:prstGeom prst="rect">
            <a:avLst/>
          </a:prstGeom>
          <a:noFill/>
        </p:spPr>
        <p:txBody>
          <a:bodyPr wrap="square" rtlCol="0">
            <a:spAutoFit/>
          </a:bodyPr>
          <a:lstStyle/>
          <a:p>
            <a:r>
              <a:rPr lang="en-US" sz="2000" b="1" dirty="0" err="1">
                <a:solidFill>
                  <a:srgbClr val="0070C0"/>
                </a:solidFill>
                <a:latin typeface="Courier New" panose="02070309020205020404" pitchFamily="49" charset="0"/>
                <a:cs typeface="Courier New" panose="02070309020205020404" pitchFamily="49" charset="0"/>
              </a:rPr>
              <a:t>src</a:t>
            </a:r>
            <a:r>
              <a:rPr lang="en-US" sz="2000" b="1" dirty="0">
                <a:solidFill>
                  <a:srgbClr val="0070C0"/>
                </a:solidFill>
                <a:latin typeface="Courier New" panose="02070309020205020404" pitchFamily="49" charset="0"/>
                <a:cs typeface="Courier New" panose="02070309020205020404" pitchFamily="49" charset="0"/>
              </a:rPr>
              <a:t> </a:t>
            </a:r>
          </a:p>
          <a:p>
            <a:r>
              <a:rPr lang="en-US" sz="1600" dirty="0">
                <a:latin typeface="Calibri" panose="020F0502020204030204" pitchFamily="34" charset="0"/>
                <a:cs typeface="Calibri" panose="020F0502020204030204" pitchFamily="34" charset="0"/>
              </a:rPr>
              <a:t>The source space contains source code for packages</a:t>
            </a:r>
          </a:p>
        </p:txBody>
      </p:sp>
      <p:sp>
        <p:nvSpPr>
          <p:cNvPr id="7" name="TextBox 6"/>
          <p:cNvSpPr txBox="1"/>
          <p:nvPr/>
        </p:nvSpPr>
        <p:spPr>
          <a:xfrm>
            <a:off x="2398552" y="3749512"/>
            <a:ext cx="1259048" cy="1877437"/>
          </a:xfrm>
          <a:prstGeom prst="rect">
            <a:avLst/>
          </a:prstGeom>
          <a:noFill/>
        </p:spPr>
        <p:txBody>
          <a:bodyPr wrap="square" rtlCol="0">
            <a:spAutoFit/>
          </a:bodyPr>
          <a:lstStyle/>
          <a:p>
            <a:r>
              <a:rPr lang="en-US" sz="2000" b="1" dirty="0">
                <a:solidFill>
                  <a:schemeClr val="accent2">
                    <a:lumMod val="75000"/>
                  </a:schemeClr>
                </a:solidFill>
                <a:latin typeface="Courier New" panose="02070309020205020404" pitchFamily="49" charset="0"/>
                <a:cs typeface="Courier New" panose="02070309020205020404" pitchFamily="49" charset="0"/>
              </a:rPr>
              <a:t>build</a:t>
            </a:r>
          </a:p>
          <a:p>
            <a:r>
              <a:rPr lang="en-US" sz="1600" dirty="0">
                <a:latin typeface="Calibri" panose="020F0502020204030204" pitchFamily="34" charset="0"/>
                <a:cs typeface="Calibri" panose="020F0502020204030204" pitchFamily="34" charset="0"/>
              </a:rPr>
              <a:t>Where </a:t>
            </a:r>
            <a:r>
              <a:rPr lang="en-US" sz="1600" dirty="0" err="1">
                <a:latin typeface="Calibri" panose="020F0502020204030204" pitchFamily="34" charset="0"/>
                <a:cs typeface="Calibri" panose="020F0502020204030204" pitchFamily="34" charset="0"/>
              </a:rPr>
              <a:t>CMake</a:t>
            </a:r>
            <a:r>
              <a:rPr lang="en-US" sz="1600" dirty="0">
                <a:latin typeface="Calibri" panose="020F0502020204030204" pitchFamily="34" charset="0"/>
                <a:cs typeface="Calibri" panose="020F0502020204030204" pitchFamily="34" charset="0"/>
              </a:rPr>
              <a:t>  used to build the packages contained in </a:t>
            </a:r>
            <a:r>
              <a:rPr lang="en-US" sz="1600" dirty="0" err="1">
                <a:latin typeface="Calibri" panose="020F0502020204030204" pitchFamily="34" charset="0"/>
                <a:cs typeface="Calibri" panose="020F0502020204030204" pitchFamily="34" charset="0"/>
              </a:rPr>
              <a:t>src</a:t>
            </a:r>
            <a:r>
              <a:rPr lang="en-US" sz="1600" dirty="0">
                <a:latin typeface="Calibri" panose="020F0502020204030204" pitchFamily="34" charset="0"/>
                <a:cs typeface="Calibri" panose="020F0502020204030204" pitchFamily="34" charset="0"/>
              </a:rPr>
              <a:t> folder </a:t>
            </a:r>
          </a:p>
        </p:txBody>
      </p:sp>
      <p:sp>
        <p:nvSpPr>
          <p:cNvPr id="8" name="TextBox 7"/>
          <p:cNvSpPr txBox="1"/>
          <p:nvPr/>
        </p:nvSpPr>
        <p:spPr>
          <a:xfrm>
            <a:off x="3768436" y="3749512"/>
            <a:ext cx="1259048" cy="2123658"/>
          </a:xfrm>
          <a:prstGeom prst="rect">
            <a:avLst/>
          </a:prstGeom>
          <a:noFill/>
        </p:spPr>
        <p:txBody>
          <a:bodyPr wrap="square" rtlCol="0">
            <a:spAutoFit/>
          </a:bodyPr>
          <a:lstStyle/>
          <a:p>
            <a:r>
              <a:rPr lang="en-US" sz="2000" b="1" dirty="0" err="1">
                <a:solidFill>
                  <a:schemeClr val="tx2">
                    <a:lumMod val="75000"/>
                  </a:schemeClr>
                </a:solidFill>
                <a:latin typeface="Courier New" panose="02070309020205020404" pitchFamily="49" charset="0"/>
                <a:cs typeface="Courier New" panose="02070309020205020404" pitchFamily="49" charset="0"/>
              </a:rPr>
              <a:t>devel</a:t>
            </a:r>
            <a:r>
              <a:rPr lang="en-US" sz="2000" b="1" dirty="0">
                <a:solidFill>
                  <a:srgbClr val="0070C0"/>
                </a:solidFill>
                <a:latin typeface="Courier New" panose="02070309020205020404" pitchFamily="49" charset="0"/>
                <a:cs typeface="Courier New" panose="02070309020205020404" pitchFamily="49" charset="0"/>
              </a:rPr>
              <a:t> </a:t>
            </a:r>
          </a:p>
          <a:p>
            <a:r>
              <a:rPr lang="en-US" sz="1600" dirty="0">
                <a:latin typeface="Calibri" panose="020F0502020204030204" pitchFamily="34" charset="0"/>
                <a:cs typeface="Calibri" panose="020F0502020204030204" pitchFamily="34" charset="0"/>
              </a:rPr>
              <a:t>Developmental space where built targets are placed before being installed</a:t>
            </a:r>
          </a:p>
        </p:txBody>
      </p:sp>
      <p:sp>
        <p:nvSpPr>
          <p:cNvPr id="9" name="TextBox 8"/>
          <p:cNvSpPr txBox="1"/>
          <p:nvPr/>
        </p:nvSpPr>
        <p:spPr>
          <a:xfrm>
            <a:off x="813818" y="5879068"/>
            <a:ext cx="1244893" cy="369332"/>
          </a:xfrm>
          <a:prstGeom prst="rect">
            <a:avLst/>
          </a:prstGeom>
          <a:noFill/>
        </p:spPr>
        <p:txBody>
          <a:bodyPr wrap="none" rtlCol="0">
            <a:spAutoFit/>
          </a:bodyPr>
          <a:lstStyle/>
          <a:p>
            <a:r>
              <a:rPr lang="en-US" dirty="0">
                <a:solidFill>
                  <a:srgbClr val="00B050"/>
                </a:solidFill>
              </a:rPr>
              <a:t>Work here</a:t>
            </a:r>
          </a:p>
        </p:txBody>
      </p:sp>
      <p:sp>
        <p:nvSpPr>
          <p:cNvPr id="10" name="TextBox 9"/>
          <p:cNvSpPr txBox="1"/>
          <p:nvPr/>
        </p:nvSpPr>
        <p:spPr>
          <a:xfrm>
            <a:off x="2927276" y="5867400"/>
            <a:ext cx="1351652" cy="369332"/>
          </a:xfrm>
          <a:prstGeom prst="rect">
            <a:avLst/>
          </a:prstGeom>
          <a:noFill/>
        </p:spPr>
        <p:txBody>
          <a:bodyPr wrap="none" rtlCol="0">
            <a:spAutoFit/>
          </a:bodyPr>
          <a:lstStyle/>
          <a:p>
            <a:r>
              <a:rPr lang="en-US" dirty="0">
                <a:solidFill>
                  <a:srgbClr val="FF0000"/>
                </a:solidFill>
              </a:rPr>
              <a:t>Don’t touch</a:t>
            </a:r>
          </a:p>
        </p:txBody>
      </p:sp>
      <p:sp>
        <p:nvSpPr>
          <p:cNvPr id="11" name="Rectangle 10"/>
          <p:cNvSpPr/>
          <p:nvPr/>
        </p:nvSpPr>
        <p:spPr>
          <a:xfrm>
            <a:off x="783698" y="3670904"/>
            <a:ext cx="1351652" cy="220226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345423" y="3670905"/>
            <a:ext cx="2778504" cy="22022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DDC0300-89B9-4C55-9AD1-9AAFCBB6150B}"/>
              </a:ext>
            </a:extLst>
          </p:cNvPr>
          <p:cNvSpPr txBox="1"/>
          <p:nvPr/>
        </p:nvSpPr>
        <p:spPr>
          <a:xfrm>
            <a:off x="649592" y="1492124"/>
            <a:ext cx="10972800" cy="830997"/>
          </a:xfrm>
          <a:prstGeom prst="rect">
            <a:avLst/>
          </a:prstGeom>
          <a:noFill/>
        </p:spPr>
        <p:txBody>
          <a:bodyPr wrap="square">
            <a:spAutoFit/>
          </a:bodyPr>
          <a:lstStyle/>
          <a:p>
            <a:r>
              <a:rPr lang="en-US" sz="2400" b="1" dirty="0"/>
              <a:t>ROS Workspace</a:t>
            </a:r>
            <a:r>
              <a:rPr lang="en-US" sz="2400" dirty="0"/>
              <a:t> is a dedicated directory where you develop, store, and build your robotics software.</a:t>
            </a:r>
          </a:p>
        </p:txBody>
      </p:sp>
      <p:sp>
        <p:nvSpPr>
          <p:cNvPr id="14" name="TextBox 13">
            <a:extLst>
              <a:ext uri="{FF2B5EF4-FFF2-40B4-BE49-F238E27FC236}">
                <a16:creationId xmlns:a16="http://schemas.microsoft.com/office/drawing/2014/main" id="{FDADA19D-29C7-47D5-A484-EFBDE8A1E6BF}"/>
              </a:ext>
            </a:extLst>
          </p:cNvPr>
          <p:cNvSpPr txBox="1"/>
          <p:nvPr/>
        </p:nvSpPr>
        <p:spPr>
          <a:xfrm>
            <a:off x="1447800" y="6270274"/>
            <a:ext cx="2830455" cy="461665"/>
          </a:xfrm>
          <a:prstGeom prst="rect">
            <a:avLst/>
          </a:prstGeom>
          <a:noFill/>
        </p:spPr>
        <p:txBody>
          <a:bodyPr wrap="none" rtlCol="0">
            <a:spAutoFit/>
          </a:bodyPr>
          <a:lstStyle/>
          <a:p>
            <a:r>
              <a:rPr lang="en-US" sz="2400" b="1" dirty="0">
                <a:solidFill>
                  <a:srgbClr val="0070C0"/>
                </a:solidFill>
              </a:rPr>
              <a:t>ROS 1 Workspace</a:t>
            </a:r>
          </a:p>
        </p:txBody>
      </p:sp>
      <p:pic>
        <p:nvPicPr>
          <p:cNvPr id="15" name="Picture 2" descr="Study notes of autolabor 2.5 (3) — working space and compiling system of  ROS | Develop Paper">
            <a:extLst>
              <a:ext uri="{FF2B5EF4-FFF2-40B4-BE49-F238E27FC236}">
                <a16:creationId xmlns:a16="http://schemas.microsoft.com/office/drawing/2014/main" id="{2497066C-A78C-4FB0-9B79-6E7F55AC7A0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556" r="22106" b="64030"/>
          <a:stretch/>
        </p:blipFill>
        <p:spPr bwMode="auto">
          <a:xfrm>
            <a:off x="771974" y="2590800"/>
            <a:ext cx="4615405" cy="1046563"/>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0C3A67FB-5CB9-4739-8C24-DBFA2912BB7E}"/>
              </a:ext>
            </a:extLst>
          </p:cNvPr>
          <p:cNvSpPr txBox="1"/>
          <p:nvPr/>
        </p:nvSpPr>
        <p:spPr>
          <a:xfrm>
            <a:off x="8991600" y="3281845"/>
            <a:ext cx="685800" cy="261610"/>
          </a:xfrm>
          <a:prstGeom prst="rect">
            <a:avLst/>
          </a:prstGeom>
          <a:solidFill>
            <a:schemeClr val="bg1"/>
          </a:solidFill>
        </p:spPr>
        <p:txBody>
          <a:bodyPr wrap="square" rtlCol="0">
            <a:spAutoFit/>
          </a:bodyPr>
          <a:lstStyle/>
          <a:p>
            <a:pPr algn="ctr"/>
            <a:r>
              <a:rPr lang="en-US" sz="1100" b="1" dirty="0">
                <a:solidFill>
                  <a:srgbClr val="0070C0"/>
                </a:solidFill>
              </a:rPr>
              <a:t>install</a:t>
            </a:r>
          </a:p>
        </p:txBody>
      </p:sp>
      <p:pic>
        <p:nvPicPr>
          <p:cNvPr id="20" name="Picture 19">
            <a:extLst>
              <a:ext uri="{FF2B5EF4-FFF2-40B4-BE49-F238E27FC236}">
                <a16:creationId xmlns:a16="http://schemas.microsoft.com/office/drawing/2014/main" id="{555F935F-430F-4272-BC73-59B55FE68027}"/>
              </a:ext>
            </a:extLst>
          </p:cNvPr>
          <p:cNvPicPr>
            <a:picLocks noChangeAspect="1"/>
          </p:cNvPicPr>
          <p:nvPr/>
        </p:nvPicPr>
        <p:blipFill>
          <a:blip r:embed="rId3"/>
          <a:stretch>
            <a:fillRect/>
          </a:stretch>
        </p:blipFill>
        <p:spPr>
          <a:xfrm>
            <a:off x="10134600" y="3216426"/>
            <a:ext cx="1005612" cy="360792"/>
          </a:xfrm>
          <a:prstGeom prst="rect">
            <a:avLst/>
          </a:prstGeom>
        </p:spPr>
      </p:pic>
      <p:sp>
        <p:nvSpPr>
          <p:cNvPr id="21" name="TextBox 20">
            <a:extLst>
              <a:ext uri="{FF2B5EF4-FFF2-40B4-BE49-F238E27FC236}">
                <a16:creationId xmlns:a16="http://schemas.microsoft.com/office/drawing/2014/main" id="{75794F5D-EA50-4387-A184-2524F93B61BA}"/>
              </a:ext>
            </a:extLst>
          </p:cNvPr>
          <p:cNvSpPr txBox="1"/>
          <p:nvPr/>
        </p:nvSpPr>
        <p:spPr>
          <a:xfrm>
            <a:off x="10294506" y="3281845"/>
            <a:ext cx="685800" cy="261610"/>
          </a:xfrm>
          <a:prstGeom prst="rect">
            <a:avLst/>
          </a:prstGeom>
          <a:solidFill>
            <a:schemeClr val="bg1"/>
          </a:solidFill>
        </p:spPr>
        <p:txBody>
          <a:bodyPr wrap="square" rtlCol="0">
            <a:spAutoFit/>
          </a:bodyPr>
          <a:lstStyle/>
          <a:p>
            <a:pPr algn="ctr"/>
            <a:r>
              <a:rPr lang="en-US" sz="1100" b="1" dirty="0">
                <a:solidFill>
                  <a:srgbClr val="00B050"/>
                </a:solidFill>
              </a:rPr>
              <a:t>logs</a:t>
            </a:r>
          </a:p>
        </p:txBody>
      </p:sp>
      <p:cxnSp>
        <p:nvCxnSpPr>
          <p:cNvPr id="23" name="Straight Connector 22">
            <a:extLst>
              <a:ext uri="{FF2B5EF4-FFF2-40B4-BE49-F238E27FC236}">
                <a16:creationId xmlns:a16="http://schemas.microsoft.com/office/drawing/2014/main" id="{F7F7B6B2-81A8-459F-84B0-2F76E2FA90B3}"/>
              </a:ext>
            </a:extLst>
          </p:cNvPr>
          <p:cNvCxnSpPr/>
          <p:nvPr/>
        </p:nvCxnSpPr>
        <p:spPr>
          <a:xfrm>
            <a:off x="7946502" y="3038332"/>
            <a:ext cx="2569098" cy="178094"/>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E0315448-0035-4187-A8A7-DC1B408E6930}"/>
              </a:ext>
            </a:extLst>
          </p:cNvPr>
          <p:cNvSpPr txBox="1"/>
          <p:nvPr/>
        </p:nvSpPr>
        <p:spPr>
          <a:xfrm>
            <a:off x="7304145" y="5846741"/>
            <a:ext cx="2830455" cy="461665"/>
          </a:xfrm>
          <a:prstGeom prst="rect">
            <a:avLst/>
          </a:prstGeom>
          <a:noFill/>
        </p:spPr>
        <p:txBody>
          <a:bodyPr wrap="none" rtlCol="0">
            <a:spAutoFit/>
          </a:bodyPr>
          <a:lstStyle/>
          <a:p>
            <a:r>
              <a:rPr lang="en-US" sz="2400" b="1" dirty="0">
                <a:solidFill>
                  <a:srgbClr val="0070C0"/>
                </a:solidFill>
              </a:rPr>
              <a:t>ROS 2 Workspace</a:t>
            </a:r>
          </a:p>
        </p:txBody>
      </p:sp>
      <p:sp>
        <p:nvSpPr>
          <p:cNvPr id="26" name="TextBox 25">
            <a:extLst>
              <a:ext uri="{FF2B5EF4-FFF2-40B4-BE49-F238E27FC236}">
                <a16:creationId xmlns:a16="http://schemas.microsoft.com/office/drawing/2014/main" id="{CB3C269E-7EED-49C0-9A84-28F26E77618A}"/>
              </a:ext>
            </a:extLst>
          </p:cNvPr>
          <p:cNvSpPr txBox="1"/>
          <p:nvPr/>
        </p:nvSpPr>
        <p:spPr>
          <a:xfrm>
            <a:off x="8920097" y="3705967"/>
            <a:ext cx="1214503" cy="2031325"/>
          </a:xfrm>
          <a:prstGeom prst="rect">
            <a:avLst/>
          </a:prstGeom>
          <a:noFill/>
        </p:spPr>
        <p:txBody>
          <a:bodyPr wrap="square">
            <a:spAutoFit/>
          </a:bodyPr>
          <a:lstStyle/>
          <a:p>
            <a:r>
              <a:rPr lang="en-US" b="1" dirty="0">
                <a:solidFill>
                  <a:srgbClr val="0070C0"/>
                </a:solidFill>
              </a:rPr>
              <a:t>Install</a:t>
            </a:r>
          </a:p>
          <a:p>
            <a:r>
              <a:rPr lang="en-US" dirty="0"/>
              <a:t>Contains the final executables and setup scripts.</a:t>
            </a:r>
          </a:p>
        </p:txBody>
      </p:sp>
      <p:sp>
        <p:nvSpPr>
          <p:cNvPr id="27" name="TextBox 26">
            <a:extLst>
              <a:ext uri="{FF2B5EF4-FFF2-40B4-BE49-F238E27FC236}">
                <a16:creationId xmlns:a16="http://schemas.microsoft.com/office/drawing/2014/main" id="{8EF134AD-B0EF-4521-8D8F-A34A0A26DCC4}"/>
              </a:ext>
            </a:extLst>
          </p:cNvPr>
          <p:cNvSpPr txBox="1"/>
          <p:nvPr/>
        </p:nvSpPr>
        <p:spPr>
          <a:xfrm>
            <a:off x="10127673" y="3688515"/>
            <a:ext cx="1214503" cy="1754326"/>
          </a:xfrm>
          <a:prstGeom prst="rect">
            <a:avLst/>
          </a:prstGeom>
          <a:noFill/>
        </p:spPr>
        <p:txBody>
          <a:bodyPr wrap="square">
            <a:spAutoFit/>
          </a:bodyPr>
          <a:lstStyle/>
          <a:p>
            <a:r>
              <a:rPr lang="en-US" b="1" dirty="0">
                <a:solidFill>
                  <a:srgbClr val="00B050"/>
                </a:solidFill>
              </a:rPr>
              <a:t>Install</a:t>
            </a:r>
          </a:p>
          <a:p>
            <a:r>
              <a:rPr lang="en-US" dirty="0"/>
              <a:t>Contains detailed logs of the build process.</a:t>
            </a:r>
          </a:p>
        </p:txBody>
      </p:sp>
      <p:sp>
        <p:nvSpPr>
          <p:cNvPr id="28" name="Rectangle 27">
            <a:extLst>
              <a:ext uri="{FF2B5EF4-FFF2-40B4-BE49-F238E27FC236}">
                <a16:creationId xmlns:a16="http://schemas.microsoft.com/office/drawing/2014/main" id="{09471FE4-FEB6-4C5E-BE19-7CAA6E0C238A}"/>
              </a:ext>
            </a:extLst>
          </p:cNvPr>
          <p:cNvSpPr/>
          <p:nvPr/>
        </p:nvSpPr>
        <p:spPr>
          <a:xfrm>
            <a:off x="8610600" y="3127379"/>
            <a:ext cx="2731576" cy="2719362"/>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1745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ROS Package</a:t>
            </a:r>
          </a:p>
        </p:txBody>
      </p:sp>
      <p:sp>
        <p:nvSpPr>
          <p:cNvPr id="3" name="Content Placeholder 2"/>
          <p:cNvSpPr>
            <a:spLocks noGrp="1"/>
          </p:cNvSpPr>
          <p:nvPr>
            <p:ph idx="1"/>
          </p:nvPr>
        </p:nvSpPr>
        <p:spPr/>
        <p:txBody>
          <a:bodyPr/>
          <a:lstStyle/>
          <a:p>
            <a:r>
              <a:rPr lang="en-US" dirty="0"/>
              <a:t>Inside your </a:t>
            </a:r>
            <a:r>
              <a:rPr lang="en-US" b="1" dirty="0" err="1"/>
              <a:t>src</a:t>
            </a:r>
            <a:r>
              <a:rPr lang="en-US" dirty="0"/>
              <a:t> directory, you will have multiple package folders</a:t>
            </a:r>
          </a:p>
          <a:p>
            <a:r>
              <a:rPr lang="en-US" dirty="0"/>
              <a:t>Package is the basic cell of ROS</a:t>
            </a:r>
          </a:p>
        </p:txBody>
      </p:sp>
      <p:sp>
        <p:nvSpPr>
          <p:cNvPr id="4" name="Slide Number Placeholder 3"/>
          <p:cNvSpPr>
            <a:spLocks noGrp="1"/>
          </p:cNvSpPr>
          <p:nvPr>
            <p:ph type="sldNum" sz="quarter" idx="12"/>
          </p:nvPr>
        </p:nvSpPr>
        <p:spPr/>
        <p:txBody>
          <a:bodyPr/>
          <a:lstStyle/>
          <a:p>
            <a:fld id="{3957FE44-DABC-424D-A234-74BB9410FF27}" type="slidenum">
              <a:rPr lang="en-US" smtClean="0"/>
              <a:pPr/>
              <a:t>10</a:t>
            </a:fld>
            <a:endParaRPr lang="en-US" dirty="0"/>
          </a:p>
        </p:txBody>
      </p:sp>
      <p:pic>
        <p:nvPicPr>
          <p:cNvPr id="2050" name="Picture 2" descr="Study notes of autolabor 2.5 (3) -- working space and compiling system of RO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2724834"/>
            <a:ext cx="6553200" cy="23812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57200" y="3059668"/>
            <a:ext cx="1905000" cy="1754326"/>
          </a:xfrm>
          <a:prstGeom prst="rect">
            <a:avLst/>
          </a:prstGeom>
        </p:spPr>
        <p:txBody>
          <a:bodyPr wrap="square">
            <a:spAutoFit/>
          </a:bodyPr>
          <a:lstStyle/>
          <a:p>
            <a:r>
              <a:rPr lang="en-US" dirty="0">
                <a:solidFill>
                  <a:srgbClr val="0070C0"/>
                </a:solidFill>
                <a:latin typeface="Calibri" panose="020F0502020204030204" pitchFamily="34" charset="0"/>
                <a:cs typeface="Calibri" panose="020F0502020204030204" pitchFamily="34" charset="0"/>
              </a:rPr>
              <a:t>Set rules for compilation</a:t>
            </a:r>
          </a:p>
          <a:p>
            <a:r>
              <a:rPr lang="en-US" b="1" dirty="0">
                <a:latin typeface="Calibri" panose="020F0502020204030204" pitchFamily="34" charset="0"/>
                <a:cs typeface="Calibri" panose="020F0502020204030204" pitchFamily="34" charset="0"/>
              </a:rPr>
              <a:t>Note: </a:t>
            </a:r>
            <a:r>
              <a:rPr lang="en-US" dirty="0">
                <a:latin typeface="Calibri" panose="020F0502020204030204" pitchFamily="34" charset="0"/>
                <a:cs typeface="Calibri" panose="020F0502020204030204" pitchFamily="34" charset="0"/>
              </a:rPr>
              <a:t>Python package create </a:t>
            </a:r>
            <a:r>
              <a:rPr lang="en-US" dirty="0">
                <a:solidFill>
                  <a:srgbClr val="FF0000"/>
                </a:solidFill>
                <a:latin typeface="Calibri" panose="020F0502020204030204" pitchFamily="34" charset="0"/>
                <a:cs typeface="Calibri" panose="020F0502020204030204" pitchFamily="34" charset="0"/>
              </a:rPr>
              <a:t>setup.py </a:t>
            </a:r>
            <a:r>
              <a:rPr lang="en-US" dirty="0">
                <a:latin typeface="Calibri" panose="020F0502020204030204" pitchFamily="34" charset="0"/>
                <a:cs typeface="Calibri" panose="020F0502020204030204" pitchFamily="34" charset="0"/>
              </a:rPr>
              <a:t>instead of CMakeList.txt</a:t>
            </a:r>
          </a:p>
        </p:txBody>
      </p:sp>
      <p:sp>
        <p:nvSpPr>
          <p:cNvPr id="7" name="Rectangle 6"/>
          <p:cNvSpPr/>
          <p:nvPr/>
        </p:nvSpPr>
        <p:spPr>
          <a:xfrm>
            <a:off x="3505200" y="4819471"/>
            <a:ext cx="2320430" cy="1200329"/>
          </a:xfrm>
          <a:prstGeom prst="rect">
            <a:avLst/>
          </a:prstGeom>
        </p:spPr>
        <p:txBody>
          <a:bodyPr wrap="square">
            <a:spAutoFit/>
          </a:bodyPr>
          <a:lstStyle/>
          <a:p>
            <a:r>
              <a:rPr lang="en-US" dirty="0">
                <a:solidFill>
                  <a:schemeClr val="tx2">
                    <a:lumMod val="75000"/>
                  </a:schemeClr>
                </a:solidFill>
                <a:latin typeface="Calibri" panose="020F0502020204030204" pitchFamily="34" charset="0"/>
                <a:cs typeface="Calibri" panose="020F0502020204030204" pitchFamily="34" charset="0"/>
              </a:rPr>
              <a:t>Defines the properties of package: dependencies, version, authors…</a:t>
            </a:r>
          </a:p>
        </p:txBody>
      </p:sp>
      <p:sp>
        <p:nvSpPr>
          <p:cNvPr id="8" name="Rectangle 7"/>
          <p:cNvSpPr/>
          <p:nvPr/>
        </p:nvSpPr>
        <p:spPr>
          <a:xfrm>
            <a:off x="8572500" y="3059668"/>
            <a:ext cx="2209800" cy="369332"/>
          </a:xfrm>
          <a:prstGeom prst="rect">
            <a:avLst/>
          </a:prstGeom>
        </p:spPr>
        <p:txBody>
          <a:bodyPr wrap="square">
            <a:spAutoFit/>
          </a:bodyPr>
          <a:lstStyle/>
          <a:p>
            <a:r>
              <a:rPr lang="en-US" dirty="0">
                <a:solidFill>
                  <a:schemeClr val="bg2">
                    <a:lumMod val="50000"/>
                  </a:schemeClr>
                </a:solidFill>
                <a:latin typeface="Calibri" panose="020F0502020204030204" pitchFamily="34" charset="0"/>
                <a:cs typeface="Calibri" panose="020F0502020204030204" pitchFamily="34" charset="0"/>
              </a:rPr>
              <a:t>Source Code</a:t>
            </a:r>
          </a:p>
        </p:txBody>
      </p:sp>
      <p:cxnSp>
        <p:nvCxnSpPr>
          <p:cNvPr id="9" name="Straight Arrow Connector 8"/>
          <p:cNvCxnSpPr>
            <a:cxnSpLocks/>
          </p:cNvCxnSpPr>
          <p:nvPr/>
        </p:nvCxnSpPr>
        <p:spPr>
          <a:xfrm>
            <a:off x="1828800" y="3429000"/>
            <a:ext cx="1013691" cy="276999"/>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4724400" y="4171774"/>
            <a:ext cx="616940" cy="647696"/>
          </a:xfrm>
          <a:prstGeom prst="straightConnector1">
            <a:avLst/>
          </a:prstGeom>
          <a:ln w="2857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6324600" y="3429000"/>
            <a:ext cx="3048000" cy="762000"/>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3209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9E199-839E-42FA-0843-AA2AA7EDF12F}"/>
              </a:ext>
            </a:extLst>
          </p:cNvPr>
          <p:cNvSpPr>
            <a:spLocks noGrp="1"/>
          </p:cNvSpPr>
          <p:nvPr>
            <p:ph type="title"/>
          </p:nvPr>
        </p:nvSpPr>
        <p:spPr/>
        <p:txBody>
          <a:bodyPr/>
          <a:lstStyle/>
          <a:p>
            <a:r>
              <a:rPr lang="en-US" b="1" dirty="0"/>
              <a:t>Create 1</a:t>
            </a:r>
            <a:r>
              <a:rPr lang="en-US" b="1" baseline="30000" dirty="0"/>
              <a:t>st</a:t>
            </a:r>
            <a:r>
              <a:rPr lang="en-US" b="1" dirty="0"/>
              <a:t> ROS package</a:t>
            </a:r>
          </a:p>
        </p:txBody>
      </p:sp>
      <p:sp>
        <p:nvSpPr>
          <p:cNvPr id="3" name="Content Placeholder 2">
            <a:extLst>
              <a:ext uri="{FF2B5EF4-FFF2-40B4-BE49-F238E27FC236}">
                <a16:creationId xmlns:a16="http://schemas.microsoft.com/office/drawing/2014/main" id="{16DCD468-E3B2-FB8D-38BF-F34FC02D24FF}"/>
              </a:ext>
            </a:extLst>
          </p:cNvPr>
          <p:cNvSpPr>
            <a:spLocks noGrp="1"/>
          </p:cNvSpPr>
          <p:nvPr>
            <p:ph idx="1"/>
          </p:nvPr>
        </p:nvSpPr>
        <p:spPr>
          <a:xfrm>
            <a:off x="609600" y="3505200"/>
            <a:ext cx="10972800" cy="2971800"/>
          </a:xfrm>
        </p:spPr>
        <p:txBody>
          <a:bodyPr/>
          <a:lstStyle/>
          <a:p>
            <a:pPr>
              <a:spcAft>
                <a:spcPts val="600"/>
              </a:spcAft>
            </a:pPr>
            <a:r>
              <a:rPr lang="en-US" dirty="0"/>
              <a:t>Create a ROS package that:</a:t>
            </a:r>
          </a:p>
          <a:p>
            <a:pPr lvl="1">
              <a:spcAft>
                <a:spcPts val="600"/>
              </a:spcAft>
            </a:pPr>
            <a:r>
              <a:rPr lang="en-US" dirty="0"/>
              <a:t>Reads frames from a camera using OpenCV</a:t>
            </a:r>
          </a:p>
          <a:p>
            <a:pPr lvl="1">
              <a:spcAft>
                <a:spcPts val="600"/>
              </a:spcAft>
            </a:pPr>
            <a:r>
              <a:rPr lang="en-US" dirty="0"/>
              <a:t>Publishes them as </a:t>
            </a:r>
            <a:r>
              <a:rPr lang="en-US" dirty="0" err="1"/>
              <a:t>sensor_msgs</a:t>
            </a:r>
            <a:r>
              <a:rPr lang="en-US" dirty="0"/>
              <a:t>/Image</a:t>
            </a:r>
          </a:p>
          <a:p>
            <a:pPr lvl="1">
              <a:spcAft>
                <a:spcPts val="600"/>
              </a:spcAft>
            </a:pPr>
            <a:r>
              <a:rPr lang="en-US" dirty="0"/>
              <a:t>Sends them to a topic (e.g. /camera/</a:t>
            </a:r>
            <a:r>
              <a:rPr lang="en-US" dirty="0" err="1"/>
              <a:t>image_raw</a:t>
            </a:r>
            <a:r>
              <a:rPr lang="en-US" dirty="0"/>
              <a:t>)</a:t>
            </a:r>
          </a:p>
          <a:p>
            <a:pPr>
              <a:spcAft>
                <a:spcPts val="600"/>
              </a:spcAft>
            </a:pPr>
            <a:r>
              <a:rPr lang="en-US" dirty="0"/>
              <a:t>Use python as the main language</a:t>
            </a:r>
          </a:p>
        </p:txBody>
      </p:sp>
      <p:sp>
        <p:nvSpPr>
          <p:cNvPr id="4" name="Slide Number Placeholder 3">
            <a:extLst>
              <a:ext uri="{FF2B5EF4-FFF2-40B4-BE49-F238E27FC236}">
                <a16:creationId xmlns:a16="http://schemas.microsoft.com/office/drawing/2014/main" id="{7B5EC625-7989-3ED3-4170-40F4619792B9}"/>
              </a:ext>
            </a:extLst>
          </p:cNvPr>
          <p:cNvSpPr>
            <a:spLocks noGrp="1"/>
          </p:cNvSpPr>
          <p:nvPr>
            <p:ph type="sldNum" sz="quarter" idx="12"/>
          </p:nvPr>
        </p:nvSpPr>
        <p:spPr/>
        <p:txBody>
          <a:bodyPr/>
          <a:lstStyle/>
          <a:p>
            <a:fld id="{3957FE44-DABC-424D-A234-74BB9410FF27}" type="slidenum">
              <a:rPr lang="en-US" smtClean="0"/>
              <a:pPr/>
              <a:t>11</a:t>
            </a:fld>
            <a:endParaRPr lang="en-US" dirty="0"/>
          </a:p>
        </p:txBody>
      </p:sp>
      <p:pic>
        <p:nvPicPr>
          <p:cNvPr id="1026" name="Picture 2" descr="30,053 Web Cam Icon Stock Vectors and Vector Art | Shutterstock">
            <a:extLst>
              <a:ext uri="{FF2B5EF4-FFF2-40B4-BE49-F238E27FC236}">
                <a16:creationId xmlns:a16="http://schemas.microsoft.com/office/drawing/2014/main" id="{E0EA4EAE-73BE-D107-53FD-1300820A04D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693" t="22857" r="29231" b="28571"/>
          <a:stretch>
            <a:fillRect/>
          </a:stretch>
        </p:blipFill>
        <p:spPr bwMode="auto">
          <a:xfrm>
            <a:off x="2057401" y="1752600"/>
            <a:ext cx="815788" cy="9906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5">
            <a:extLst>
              <a:ext uri="{FF2B5EF4-FFF2-40B4-BE49-F238E27FC236}">
                <a16:creationId xmlns:a16="http://schemas.microsoft.com/office/drawing/2014/main" id="{D9A0E783-6614-2BB9-38C3-4866472E616A}"/>
              </a:ext>
            </a:extLst>
          </p:cNvPr>
          <p:cNvSpPr/>
          <p:nvPr/>
        </p:nvSpPr>
        <p:spPr>
          <a:xfrm>
            <a:off x="4821098" y="1828800"/>
            <a:ext cx="2133600" cy="7620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t>Node </a:t>
            </a:r>
            <a:r>
              <a:rPr lang="en-US" b="1" dirty="0" err="1">
                <a:solidFill>
                  <a:srgbClr val="00B050"/>
                </a:solidFill>
              </a:rPr>
              <a:t>Camera_opencv</a:t>
            </a:r>
            <a:r>
              <a:rPr lang="en-US" b="1" dirty="0">
                <a:solidFill>
                  <a:srgbClr val="00B050"/>
                </a:solidFill>
              </a:rPr>
              <a:t> </a:t>
            </a:r>
          </a:p>
        </p:txBody>
      </p:sp>
      <p:sp>
        <p:nvSpPr>
          <p:cNvPr id="7" name="Oval 6">
            <a:extLst>
              <a:ext uri="{FF2B5EF4-FFF2-40B4-BE49-F238E27FC236}">
                <a16:creationId xmlns:a16="http://schemas.microsoft.com/office/drawing/2014/main" id="{812B7DA4-E239-EC6A-0464-D64464B82727}"/>
              </a:ext>
            </a:extLst>
          </p:cNvPr>
          <p:cNvSpPr/>
          <p:nvPr/>
        </p:nvSpPr>
        <p:spPr>
          <a:xfrm>
            <a:off x="8215544" y="1828800"/>
            <a:ext cx="3352800" cy="762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Topic</a:t>
            </a:r>
            <a:r>
              <a:rPr lang="en-US" dirty="0"/>
              <a:t> </a:t>
            </a:r>
            <a:r>
              <a:rPr lang="en-US" b="1" dirty="0">
                <a:solidFill>
                  <a:schemeClr val="tx2">
                    <a:lumMod val="75000"/>
                  </a:schemeClr>
                </a:solidFill>
              </a:rPr>
              <a:t>/camera/</a:t>
            </a:r>
            <a:r>
              <a:rPr lang="en-US" b="1" dirty="0" err="1">
                <a:solidFill>
                  <a:schemeClr val="tx2">
                    <a:lumMod val="75000"/>
                  </a:schemeClr>
                </a:solidFill>
              </a:rPr>
              <a:t>image_raw</a:t>
            </a:r>
            <a:endParaRPr lang="en-US" b="1" dirty="0">
              <a:solidFill>
                <a:schemeClr val="tx2">
                  <a:lumMod val="75000"/>
                </a:schemeClr>
              </a:solidFill>
            </a:endParaRPr>
          </a:p>
        </p:txBody>
      </p:sp>
      <p:cxnSp>
        <p:nvCxnSpPr>
          <p:cNvPr id="9" name="Straight Arrow Connector 8">
            <a:extLst>
              <a:ext uri="{FF2B5EF4-FFF2-40B4-BE49-F238E27FC236}">
                <a16:creationId xmlns:a16="http://schemas.microsoft.com/office/drawing/2014/main" id="{D1A0D067-2184-716C-ECF3-B5B97B868F5D}"/>
              </a:ext>
            </a:extLst>
          </p:cNvPr>
          <p:cNvCxnSpPr>
            <a:cxnSpLocks/>
          </p:cNvCxnSpPr>
          <p:nvPr/>
        </p:nvCxnSpPr>
        <p:spPr>
          <a:xfrm>
            <a:off x="3048000" y="2209800"/>
            <a:ext cx="1696898" cy="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14C4A5E-D506-E2B4-F728-3FF411AD4F97}"/>
              </a:ext>
            </a:extLst>
          </p:cNvPr>
          <p:cNvCxnSpPr>
            <a:cxnSpLocks/>
          </p:cNvCxnSpPr>
          <p:nvPr/>
        </p:nvCxnSpPr>
        <p:spPr>
          <a:xfrm>
            <a:off x="7024456" y="2204251"/>
            <a:ext cx="1128944" cy="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9420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E36CC-6E90-4869-FB80-2E6DA51FB48D}"/>
              </a:ext>
            </a:extLst>
          </p:cNvPr>
          <p:cNvSpPr>
            <a:spLocks noGrp="1"/>
          </p:cNvSpPr>
          <p:nvPr>
            <p:ph type="title"/>
          </p:nvPr>
        </p:nvSpPr>
        <p:spPr/>
        <p:txBody>
          <a:bodyPr/>
          <a:lstStyle/>
          <a:p>
            <a:r>
              <a:rPr lang="en-US" b="1" dirty="0"/>
              <a:t>Create 1</a:t>
            </a:r>
            <a:r>
              <a:rPr lang="en-US" b="1" baseline="30000" dirty="0"/>
              <a:t>st</a:t>
            </a:r>
            <a:r>
              <a:rPr lang="en-US" b="1" dirty="0"/>
              <a:t> ROS package</a:t>
            </a:r>
            <a:endParaRPr lang="en-US" dirty="0"/>
          </a:p>
        </p:txBody>
      </p:sp>
      <p:sp>
        <p:nvSpPr>
          <p:cNvPr id="3" name="Content Placeholder 2">
            <a:extLst>
              <a:ext uri="{FF2B5EF4-FFF2-40B4-BE49-F238E27FC236}">
                <a16:creationId xmlns:a16="http://schemas.microsoft.com/office/drawing/2014/main" id="{1074D0CE-6636-C30E-FB57-AA33B31A8795}"/>
              </a:ext>
            </a:extLst>
          </p:cNvPr>
          <p:cNvSpPr>
            <a:spLocks noGrp="1"/>
          </p:cNvSpPr>
          <p:nvPr>
            <p:ph idx="1"/>
          </p:nvPr>
        </p:nvSpPr>
        <p:spPr>
          <a:xfrm>
            <a:off x="609600" y="2057400"/>
            <a:ext cx="11353800" cy="4419600"/>
          </a:xfrm>
        </p:spPr>
        <p:txBody>
          <a:bodyPr/>
          <a:lstStyle/>
          <a:p>
            <a:pPr marL="0" indent="0">
              <a:buNone/>
            </a:pPr>
            <a:r>
              <a:rPr lang="en-US" b="1" dirty="0">
                <a:cs typeface="Courier New" panose="02070309020205020404" pitchFamily="49" charset="0"/>
              </a:rPr>
              <a:t>Step1: Create package</a:t>
            </a:r>
          </a:p>
          <a:p>
            <a:pPr marL="0" indent="0">
              <a:buNone/>
            </a:pPr>
            <a:r>
              <a:rPr lang="en-US" b="1" dirty="0">
                <a:cs typeface="Courier New" panose="02070309020205020404" pitchFamily="49" charset="0"/>
              </a:rPr>
              <a:t>   Move to </a:t>
            </a:r>
            <a:r>
              <a:rPr lang="en-US" b="1" dirty="0">
                <a:solidFill>
                  <a:srgbClr val="0070C0"/>
                </a:solidFill>
                <a:cs typeface="Courier New" panose="02070309020205020404" pitchFamily="49" charset="0"/>
              </a:rPr>
              <a:t>/ros2_ws/</a:t>
            </a:r>
            <a:r>
              <a:rPr lang="en-US" b="1" dirty="0" err="1">
                <a:solidFill>
                  <a:srgbClr val="0070C0"/>
                </a:solidFill>
                <a:cs typeface="Courier New" panose="02070309020205020404" pitchFamily="49" charset="0"/>
              </a:rPr>
              <a:t>src</a:t>
            </a:r>
            <a:r>
              <a:rPr lang="en-US" b="1" dirty="0">
                <a:solidFill>
                  <a:srgbClr val="0070C0"/>
                </a:solidFill>
                <a:cs typeface="Courier New" panose="02070309020205020404" pitchFamily="49" charset="0"/>
              </a:rPr>
              <a:t> </a:t>
            </a:r>
            <a:r>
              <a:rPr lang="en-US" b="1" dirty="0">
                <a:cs typeface="Courier New" panose="02070309020205020404" pitchFamily="49" charset="0"/>
              </a:rPr>
              <a:t>folder</a:t>
            </a:r>
          </a:p>
          <a:p>
            <a:pPr marL="0" indent="0">
              <a:buNone/>
            </a:pPr>
            <a:r>
              <a:rPr lang="en-US" dirty="0">
                <a:latin typeface="Courier New" panose="02070309020205020404" pitchFamily="49" charset="0"/>
                <a:cs typeface="Courier New" panose="02070309020205020404" pitchFamily="49" charset="0"/>
              </a:rPr>
              <a:t>    cd ~/ros2_ws/</a:t>
            </a:r>
            <a:r>
              <a:rPr lang="en-US" dirty="0" err="1">
                <a:latin typeface="Courier New" panose="02070309020205020404" pitchFamily="49" charset="0"/>
                <a:cs typeface="Courier New" panose="02070309020205020404" pitchFamily="49" charset="0"/>
              </a:rPr>
              <a:t>src</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a:t>
            </a:r>
            <a:r>
              <a:rPr lang="en-US" b="1" dirty="0">
                <a:cs typeface="Courier New" panose="02070309020205020404" pitchFamily="49" charset="0"/>
              </a:rPr>
              <a:t>Create a new package</a:t>
            </a:r>
          </a:p>
          <a:p>
            <a:pPr marL="0" indent="0">
              <a:buNone/>
            </a:pPr>
            <a:r>
              <a:rPr lang="en-US" dirty="0">
                <a:latin typeface="Courier New" panose="02070309020205020404" pitchFamily="49" charset="0"/>
                <a:cs typeface="Courier New" panose="02070309020205020404" pitchFamily="49" charset="0"/>
              </a:rPr>
              <a:t>     </a:t>
            </a:r>
            <a:r>
              <a:rPr lang="en-US" dirty="0">
                <a:solidFill>
                  <a:schemeClr val="tx2">
                    <a:lumMod val="75000"/>
                  </a:schemeClr>
                </a:solidFill>
                <a:latin typeface="Courier New" panose="02070309020205020404" pitchFamily="49" charset="0"/>
                <a:cs typeface="Courier New" panose="02070309020205020404" pitchFamily="49" charset="0"/>
              </a:rPr>
              <a:t>ros2 pkg create </a:t>
            </a:r>
            <a:r>
              <a:rPr lang="en-US" dirty="0" err="1">
                <a:solidFill>
                  <a:srgbClr val="00B0F0"/>
                </a:solidFill>
                <a:latin typeface="Courier New" panose="02070309020205020404" pitchFamily="49" charset="0"/>
                <a:cs typeface="Courier New" panose="02070309020205020404" pitchFamily="49" charset="0"/>
              </a:rPr>
              <a:t>camera_opencv</a:t>
            </a:r>
            <a:r>
              <a:rPr lang="en-US" dirty="0">
                <a:solidFill>
                  <a:srgbClr val="00B0F0"/>
                </a:solidFill>
                <a:latin typeface="Courier New" panose="02070309020205020404" pitchFamily="49" charset="0"/>
                <a:cs typeface="Courier New" panose="02070309020205020404" pitchFamily="49" charset="0"/>
              </a:rPr>
              <a:t> </a:t>
            </a:r>
            <a:r>
              <a:rPr lang="en-US" dirty="0">
                <a:solidFill>
                  <a:srgbClr val="7030A0"/>
                </a:solidFill>
                <a:latin typeface="Courier New" panose="02070309020205020404" pitchFamily="49" charset="0"/>
                <a:cs typeface="Courier New" panose="02070309020205020404" pitchFamily="49" charset="0"/>
              </a:rPr>
              <a:t>--build-type </a:t>
            </a:r>
            <a:r>
              <a:rPr lang="en-US" dirty="0" err="1">
                <a:solidFill>
                  <a:srgbClr val="7030A0"/>
                </a:solidFill>
                <a:latin typeface="Courier New" panose="02070309020205020404" pitchFamily="49" charset="0"/>
                <a:cs typeface="Courier New" panose="02070309020205020404" pitchFamily="49" charset="0"/>
              </a:rPr>
              <a:t>ament_python</a:t>
            </a:r>
            <a:r>
              <a:rPr lang="en-US" dirty="0">
                <a:solidFill>
                  <a:srgbClr val="7030A0"/>
                </a:solidFill>
                <a:latin typeface="Courier New" panose="02070309020205020404" pitchFamily="49" charset="0"/>
                <a:cs typeface="Courier New" panose="02070309020205020404" pitchFamily="49" charset="0"/>
              </a:rPr>
              <a:t> </a:t>
            </a:r>
            <a:r>
              <a:rPr lang="en-US" dirty="0">
                <a:solidFill>
                  <a:schemeClr val="accent6">
                    <a:lumMod val="75000"/>
                  </a:schemeClr>
                </a:solidFill>
                <a:latin typeface="Courier New" panose="02070309020205020404" pitchFamily="49" charset="0"/>
                <a:cs typeface="Courier New" panose="02070309020205020404" pitchFamily="49" charset="0"/>
              </a:rPr>
              <a:t>--dependencies </a:t>
            </a:r>
            <a:r>
              <a:rPr lang="en-US" dirty="0" err="1">
                <a:solidFill>
                  <a:schemeClr val="accent6">
                    <a:lumMod val="75000"/>
                  </a:schemeClr>
                </a:solidFill>
                <a:latin typeface="Courier New" panose="02070309020205020404" pitchFamily="49" charset="0"/>
                <a:cs typeface="Courier New" panose="02070309020205020404" pitchFamily="49" charset="0"/>
              </a:rPr>
              <a:t>rclpy</a:t>
            </a:r>
            <a:r>
              <a:rPr lang="en-US" dirty="0">
                <a:solidFill>
                  <a:schemeClr val="accent6">
                    <a:lumMod val="75000"/>
                  </a:schemeClr>
                </a:solidFill>
                <a:latin typeface="Courier New" panose="02070309020205020404" pitchFamily="49" charset="0"/>
                <a:cs typeface="Courier New" panose="02070309020205020404" pitchFamily="49" charset="0"/>
              </a:rPr>
              <a:t> </a:t>
            </a:r>
            <a:r>
              <a:rPr lang="en-US" dirty="0" err="1">
                <a:solidFill>
                  <a:schemeClr val="accent6">
                    <a:lumMod val="75000"/>
                  </a:schemeClr>
                </a:solidFill>
                <a:latin typeface="Courier New" panose="02070309020205020404" pitchFamily="49" charset="0"/>
                <a:cs typeface="Courier New" panose="02070309020205020404" pitchFamily="49" charset="0"/>
              </a:rPr>
              <a:t>sensor_msgs</a:t>
            </a:r>
            <a:r>
              <a:rPr lang="en-US" dirty="0">
                <a:solidFill>
                  <a:schemeClr val="accent6">
                    <a:lumMod val="75000"/>
                  </a:schemeClr>
                </a:solidFill>
                <a:latin typeface="Courier New" panose="02070309020205020404" pitchFamily="49" charset="0"/>
                <a:cs typeface="Courier New" panose="02070309020205020404" pitchFamily="49" charset="0"/>
              </a:rPr>
              <a:t> </a:t>
            </a:r>
            <a:r>
              <a:rPr lang="en-US" dirty="0" err="1">
                <a:solidFill>
                  <a:schemeClr val="accent6">
                    <a:lumMod val="75000"/>
                  </a:schemeClr>
                </a:solidFill>
                <a:latin typeface="Courier New" panose="02070309020205020404" pitchFamily="49" charset="0"/>
                <a:cs typeface="Courier New" panose="02070309020205020404" pitchFamily="49" charset="0"/>
              </a:rPr>
              <a:t>cv_bridge</a:t>
            </a:r>
            <a:endParaRPr lang="en-US" dirty="0">
              <a:solidFill>
                <a:schemeClr val="accent6">
                  <a:lumMod val="75000"/>
                </a:schemeClr>
              </a:solidFill>
              <a:latin typeface="Courier New" panose="02070309020205020404" pitchFamily="49" charset="0"/>
              <a:cs typeface="Courier New" panose="02070309020205020404" pitchFamily="49" charset="0"/>
            </a:endParaRPr>
          </a:p>
          <a:p>
            <a:pPr marL="0" indent="0">
              <a:buNone/>
            </a:pPr>
            <a:endParaRPr lang="en-US" dirty="0"/>
          </a:p>
        </p:txBody>
      </p:sp>
      <p:sp>
        <p:nvSpPr>
          <p:cNvPr id="4" name="Slide Number Placeholder 3">
            <a:extLst>
              <a:ext uri="{FF2B5EF4-FFF2-40B4-BE49-F238E27FC236}">
                <a16:creationId xmlns:a16="http://schemas.microsoft.com/office/drawing/2014/main" id="{9BF50978-4ED7-34F4-2290-ADB09CB1CACA}"/>
              </a:ext>
            </a:extLst>
          </p:cNvPr>
          <p:cNvSpPr>
            <a:spLocks noGrp="1"/>
          </p:cNvSpPr>
          <p:nvPr>
            <p:ph type="sldNum" sz="quarter" idx="12"/>
          </p:nvPr>
        </p:nvSpPr>
        <p:spPr/>
        <p:txBody>
          <a:bodyPr/>
          <a:lstStyle/>
          <a:p>
            <a:fld id="{3957FE44-DABC-424D-A234-74BB9410FF27}" type="slidenum">
              <a:rPr lang="en-US" smtClean="0"/>
              <a:pPr/>
              <a:t>12</a:t>
            </a:fld>
            <a:endParaRPr lang="en-US" dirty="0"/>
          </a:p>
        </p:txBody>
      </p:sp>
    </p:spTree>
    <p:extLst>
      <p:ext uri="{BB962C8B-B14F-4D97-AF65-F5344CB8AC3E}">
        <p14:creationId xmlns:p14="http://schemas.microsoft.com/office/powerpoint/2010/main" val="3763258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2E779-E761-497F-A6F5-0A1DF7862A25}"/>
              </a:ext>
            </a:extLst>
          </p:cNvPr>
          <p:cNvSpPr>
            <a:spLocks noGrp="1"/>
          </p:cNvSpPr>
          <p:nvPr>
            <p:ph type="title"/>
          </p:nvPr>
        </p:nvSpPr>
        <p:spPr/>
        <p:txBody>
          <a:bodyPr/>
          <a:lstStyle/>
          <a:p>
            <a:r>
              <a:rPr lang="en-US" dirty="0"/>
              <a:t>Create 1st ROS package</a:t>
            </a:r>
          </a:p>
        </p:txBody>
      </p:sp>
      <p:sp>
        <p:nvSpPr>
          <p:cNvPr id="3" name="Content Placeholder 2">
            <a:extLst>
              <a:ext uri="{FF2B5EF4-FFF2-40B4-BE49-F238E27FC236}">
                <a16:creationId xmlns:a16="http://schemas.microsoft.com/office/drawing/2014/main" id="{4E0D1148-AC55-4CEB-BE1F-482C07D1CD89}"/>
              </a:ext>
            </a:extLst>
          </p:cNvPr>
          <p:cNvSpPr>
            <a:spLocks noGrp="1"/>
          </p:cNvSpPr>
          <p:nvPr>
            <p:ph idx="1"/>
          </p:nvPr>
        </p:nvSpPr>
        <p:spPr/>
        <p:txBody>
          <a:bodyPr>
            <a:normAutofit lnSpcReduction="10000"/>
          </a:bodyPr>
          <a:lstStyle/>
          <a:p>
            <a:pPr marL="0" indent="0">
              <a:buNone/>
            </a:pPr>
            <a:r>
              <a:rPr lang="en-US" sz="2000" b="1" dirty="0">
                <a:solidFill>
                  <a:schemeClr val="tx2">
                    <a:lumMod val="75000"/>
                  </a:schemeClr>
                </a:solidFill>
                <a:latin typeface="Courier New" panose="02070309020205020404" pitchFamily="49" charset="0"/>
                <a:cs typeface="Courier New" panose="02070309020205020404" pitchFamily="49" charset="0"/>
              </a:rPr>
              <a:t>ros2 pkg create </a:t>
            </a:r>
            <a:r>
              <a:rPr lang="en-US" sz="2000" b="1" dirty="0" err="1">
                <a:solidFill>
                  <a:srgbClr val="00B0F0"/>
                </a:solidFill>
                <a:latin typeface="Courier New" panose="02070309020205020404" pitchFamily="49" charset="0"/>
                <a:cs typeface="Courier New" panose="02070309020205020404" pitchFamily="49" charset="0"/>
              </a:rPr>
              <a:t>camera_opencv</a:t>
            </a:r>
            <a:r>
              <a:rPr lang="en-US" sz="2000" b="1" dirty="0">
                <a:solidFill>
                  <a:srgbClr val="00B0F0"/>
                </a:solidFill>
                <a:latin typeface="Courier New" panose="02070309020205020404" pitchFamily="49" charset="0"/>
                <a:cs typeface="Courier New" panose="02070309020205020404" pitchFamily="49" charset="0"/>
              </a:rPr>
              <a:t> </a:t>
            </a:r>
          </a:p>
          <a:p>
            <a:pPr marL="568325" indent="-182563"/>
            <a:r>
              <a:rPr lang="en-US" sz="2000" b="1" dirty="0">
                <a:solidFill>
                  <a:schemeClr val="tx2">
                    <a:lumMod val="75000"/>
                  </a:schemeClr>
                </a:solidFill>
                <a:latin typeface="Courier New" panose="02070309020205020404" pitchFamily="49" charset="0"/>
                <a:cs typeface="Courier New" panose="02070309020205020404" pitchFamily="49" charset="0"/>
              </a:rPr>
              <a:t>ros2 pkg create : </a:t>
            </a:r>
            <a:r>
              <a:rPr lang="en-US" sz="2000" dirty="0">
                <a:cs typeface="Courier New" panose="02070309020205020404" pitchFamily="49" charset="0"/>
              </a:rPr>
              <a:t>Create a new ROS 2 package with the standard structure</a:t>
            </a:r>
          </a:p>
          <a:p>
            <a:pPr marL="568325" indent="-182563"/>
            <a:r>
              <a:rPr lang="en-US" sz="2000" b="1" dirty="0" err="1">
                <a:solidFill>
                  <a:srgbClr val="00B0F0"/>
                </a:solidFill>
                <a:latin typeface="Courier New" panose="02070309020205020404" pitchFamily="49" charset="0"/>
                <a:cs typeface="Courier New" panose="02070309020205020404" pitchFamily="49" charset="0"/>
              </a:rPr>
              <a:t>camera_opencv</a:t>
            </a:r>
            <a:r>
              <a:rPr lang="en-US" sz="2000" b="1" dirty="0">
                <a:solidFill>
                  <a:srgbClr val="00B0F0"/>
                </a:solidFill>
                <a:latin typeface="Courier New" panose="02070309020205020404" pitchFamily="49" charset="0"/>
                <a:cs typeface="Courier New" panose="02070309020205020404" pitchFamily="49" charset="0"/>
              </a:rPr>
              <a:t> </a:t>
            </a:r>
            <a:r>
              <a:rPr lang="en-US" sz="2000" dirty="0">
                <a:cs typeface="Courier New" panose="02070309020205020404" pitchFamily="49" charset="0"/>
              </a:rPr>
              <a:t>: Package name.</a:t>
            </a:r>
          </a:p>
          <a:p>
            <a:pPr marL="568325" indent="-182563"/>
            <a:r>
              <a:rPr lang="en-US" sz="2000" dirty="0">
                <a:cs typeface="Courier New" panose="02070309020205020404" pitchFamily="49" charset="0"/>
              </a:rPr>
              <a:t>Package name should be lowercase, unique in the workspace</a:t>
            </a:r>
          </a:p>
          <a:p>
            <a:pPr marL="568325" indent="-182563"/>
            <a:r>
              <a:rPr lang="en-US" sz="2000" dirty="0">
                <a:cs typeface="Courier New" panose="02070309020205020404" pitchFamily="49" charset="0"/>
              </a:rPr>
              <a:t>Package name will be used when building, running (e.g. </a:t>
            </a:r>
            <a:r>
              <a:rPr lang="en-US" sz="2000" dirty="0">
                <a:latin typeface="Courier New" panose="02070309020205020404" pitchFamily="49" charset="0"/>
                <a:cs typeface="Courier New" panose="02070309020205020404" pitchFamily="49" charset="0"/>
              </a:rPr>
              <a:t>ros2 run </a:t>
            </a:r>
            <a:r>
              <a:rPr lang="en-US" sz="2000" dirty="0" err="1">
                <a:latin typeface="Courier New" panose="02070309020205020404" pitchFamily="49" charset="0"/>
                <a:cs typeface="Courier New" panose="02070309020205020404" pitchFamily="49" charset="0"/>
              </a:rPr>
              <a:t>camera_opencv</a:t>
            </a:r>
            <a:r>
              <a:rPr lang="en-US" sz="2000" dirty="0">
                <a:cs typeface="Courier New" panose="02070309020205020404" pitchFamily="49" charset="0"/>
              </a:rPr>
              <a:t>)</a:t>
            </a:r>
          </a:p>
          <a:p>
            <a:pPr marL="0" indent="0">
              <a:spcBef>
                <a:spcPts val="1200"/>
              </a:spcBef>
              <a:buNone/>
            </a:pPr>
            <a:r>
              <a:rPr lang="en-US" sz="2000" b="1" dirty="0">
                <a:solidFill>
                  <a:srgbClr val="7030A0"/>
                </a:solidFill>
                <a:latin typeface="Courier New" panose="02070309020205020404" pitchFamily="49" charset="0"/>
                <a:cs typeface="Courier New" panose="02070309020205020404" pitchFamily="49" charset="0"/>
              </a:rPr>
              <a:t>--build-type </a:t>
            </a:r>
            <a:r>
              <a:rPr lang="en-US" sz="2000" b="1" dirty="0" err="1">
                <a:solidFill>
                  <a:srgbClr val="7030A0"/>
                </a:solidFill>
                <a:latin typeface="Courier New" panose="02070309020205020404" pitchFamily="49" charset="0"/>
                <a:cs typeface="Courier New" panose="02070309020205020404" pitchFamily="49" charset="0"/>
              </a:rPr>
              <a:t>ament_python</a:t>
            </a:r>
            <a:r>
              <a:rPr lang="en-US" sz="2000" b="1" dirty="0">
                <a:solidFill>
                  <a:srgbClr val="7030A0"/>
                </a:solidFill>
                <a:latin typeface="Courier New" panose="02070309020205020404" pitchFamily="49" charset="0"/>
                <a:cs typeface="Courier New" panose="02070309020205020404" pitchFamily="49" charset="0"/>
              </a:rPr>
              <a:t> </a:t>
            </a:r>
          </a:p>
          <a:p>
            <a:pPr marL="568325" indent="-182563"/>
            <a:r>
              <a:rPr lang="en-US" sz="2000" dirty="0">
                <a:cs typeface="Courier New" panose="02070309020205020404" pitchFamily="49" charset="0"/>
              </a:rPr>
              <a:t>This tells ROS 2 which build system and language you want.</a:t>
            </a:r>
          </a:p>
          <a:p>
            <a:pPr marL="842645" lvl="1" indent="-182563"/>
            <a:r>
              <a:rPr lang="en-US" sz="1600" dirty="0" err="1">
                <a:cs typeface="Courier New" panose="02070309020205020404" pitchFamily="49" charset="0"/>
              </a:rPr>
              <a:t>ament_python</a:t>
            </a:r>
            <a:r>
              <a:rPr lang="en-US" sz="1600" dirty="0">
                <a:cs typeface="Courier New" panose="02070309020205020404" pitchFamily="49" charset="0"/>
              </a:rPr>
              <a:t>  → Python</a:t>
            </a:r>
          </a:p>
          <a:p>
            <a:pPr marL="842645" lvl="1" indent="-182563"/>
            <a:r>
              <a:rPr lang="en-US" sz="1600" dirty="0" err="1">
                <a:cs typeface="Courier New" panose="02070309020205020404" pitchFamily="49" charset="0"/>
              </a:rPr>
              <a:t>ament_cmake</a:t>
            </a:r>
            <a:r>
              <a:rPr lang="en-US" sz="1600" dirty="0">
                <a:cs typeface="Courier New" panose="02070309020205020404" pitchFamily="49" charset="0"/>
              </a:rPr>
              <a:t>  → C++</a:t>
            </a:r>
          </a:p>
          <a:p>
            <a:pPr marL="842645" lvl="1" indent="-182563"/>
            <a:r>
              <a:rPr lang="en-US" sz="1600" dirty="0" err="1">
                <a:cs typeface="Courier New" panose="02070309020205020404" pitchFamily="49" charset="0"/>
              </a:rPr>
              <a:t>ament_cmake_python</a:t>
            </a:r>
            <a:r>
              <a:rPr lang="en-US" sz="1600" dirty="0">
                <a:cs typeface="Courier New" panose="02070309020205020404" pitchFamily="49" charset="0"/>
              </a:rPr>
              <a:t> → hybrid</a:t>
            </a:r>
            <a:endParaRPr lang="en-US" sz="2000" b="1" dirty="0">
              <a:solidFill>
                <a:srgbClr val="7030A0"/>
              </a:solidFill>
              <a:latin typeface="Courier New" panose="02070309020205020404" pitchFamily="49" charset="0"/>
              <a:cs typeface="Courier New" panose="02070309020205020404" pitchFamily="49" charset="0"/>
            </a:endParaRPr>
          </a:p>
          <a:p>
            <a:pPr marL="0" indent="0">
              <a:spcBef>
                <a:spcPts val="1200"/>
              </a:spcBef>
              <a:buNone/>
            </a:pPr>
            <a:r>
              <a:rPr lang="en-US" sz="2000" b="1" dirty="0">
                <a:solidFill>
                  <a:schemeClr val="accent6">
                    <a:lumMod val="75000"/>
                  </a:schemeClr>
                </a:solidFill>
                <a:latin typeface="Courier New" panose="02070309020205020404" pitchFamily="49" charset="0"/>
                <a:cs typeface="Courier New" panose="02070309020205020404" pitchFamily="49" charset="0"/>
              </a:rPr>
              <a:t>--dependencies </a:t>
            </a:r>
            <a:r>
              <a:rPr lang="en-US" sz="2000" b="1" dirty="0" err="1">
                <a:solidFill>
                  <a:schemeClr val="accent6">
                    <a:lumMod val="75000"/>
                  </a:schemeClr>
                </a:solidFill>
                <a:latin typeface="Courier New" panose="02070309020205020404" pitchFamily="49" charset="0"/>
                <a:cs typeface="Courier New" panose="02070309020205020404" pitchFamily="49" charset="0"/>
              </a:rPr>
              <a:t>rclpy</a:t>
            </a:r>
            <a:r>
              <a:rPr lang="en-US" sz="2000" b="1" dirty="0">
                <a:solidFill>
                  <a:schemeClr val="accent6">
                    <a:lumMod val="75000"/>
                  </a:schemeClr>
                </a:solidFill>
                <a:latin typeface="Courier New" panose="02070309020205020404" pitchFamily="49" charset="0"/>
                <a:cs typeface="Courier New" panose="02070309020205020404" pitchFamily="49" charset="0"/>
              </a:rPr>
              <a:t> </a:t>
            </a:r>
            <a:r>
              <a:rPr lang="en-US" sz="2000" b="1" dirty="0" err="1">
                <a:solidFill>
                  <a:schemeClr val="accent6">
                    <a:lumMod val="75000"/>
                  </a:schemeClr>
                </a:solidFill>
                <a:latin typeface="Courier New" panose="02070309020205020404" pitchFamily="49" charset="0"/>
                <a:cs typeface="Courier New" panose="02070309020205020404" pitchFamily="49" charset="0"/>
              </a:rPr>
              <a:t>sensor_msgs</a:t>
            </a:r>
            <a:r>
              <a:rPr lang="en-US" sz="2000" b="1" dirty="0">
                <a:solidFill>
                  <a:schemeClr val="accent6">
                    <a:lumMod val="75000"/>
                  </a:schemeClr>
                </a:solidFill>
                <a:latin typeface="Courier New" panose="02070309020205020404" pitchFamily="49" charset="0"/>
                <a:cs typeface="Courier New" panose="02070309020205020404" pitchFamily="49" charset="0"/>
              </a:rPr>
              <a:t> </a:t>
            </a:r>
            <a:r>
              <a:rPr lang="en-US" sz="2000" b="1" dirty="0" err="1">
                <a:solidFill>
                  <a:schemeClr val="accent6">
                    <a:lumMod val="75000"/>
                  </a:schemeClr>
                </a:solidFill>
                <a:latin typeface="Courier New" panose="02070309020205020404" pitchFamily="49" charset="0"/>
                <a:cs typeface="Courier New" panose="02070309020205020404" pitchFamily="49" charset="0"/>
              </a:rPr>
              <a:t>cv_bridge</a:t>
            </a:r>
            <a:endParaRPr lang="en-US" sz="2000" b="1" dirty="0">
              <a:solidFill>
                <a:schemeClr val="accent6">
                  <a:lumMod val="75000"/>
                </a:schemeClr>
              </a:solidFill>
              <a:latin typeface="Courier New" panose="02070309020205020404" pitchFamily="49" charset="0"/>
              <a:cs typeface="Courier New" panose="02070309020205020404" pitchFamily="49" charset="0"/>
            </a:endParaRPr>
          </a:p>
          <a:p>
            <a:pPr marL="568325" indent="-182563">
              <a:spcBef>
                <a:spcPts val="1200"/>
              </a:spcBef>
            </a:pPr>
            <a:r>
              <a:rPr lang="en-US" sz="2000" dirty="0"/>
              <a:t>This line declares ROS 2 dependencies</a:t>
            </a:r>
          </a:p>
          <a:p>
            <a:pPr marL="568325" indent="-182563">
              <a:spcBef>
                <a:spcPts val="1200"/>
              </a:spcBef>
            </a:pPr>
            <a:r>
              <a:rPr lang="en-US" sz="2000" dirty="0"/>
              <a:t>These dependencies will be written into package.xml automatically, you can modify it later</a:t>
            </a:r>
          </a:p>
        </p:txBody>
      </p:sp>
      <p:sp>
        <p:nvSpPr>
          <p:cNvPr id="4" name="Slide Number Placeholder 3">
            <a:extLst>
              <a:ext uri="{FF2B5EF4-FFF2-40B4-BE49-F238E27FC236}">
                <a16:creationId xmlns:a16="http://schemas.microsoft.com/office/drawing/2014/main" id="{1E5E59B7-CBDC-A238-A081-B9B9392FAAC1}"/>
              </a:ext>
            </a:extLst>
          </p:cNvPr>
          <p:cNvSpPr>
            <a:spLocks noGrp="1"/>
          </p:cNvSpPr>
          <p:nvPr>
            <p:ph type="sldNum" sz="quarter" idx="12"/>
          </p:nvPr>
        </p:nvSpPr>
        <p:spPr/>
        <p:txBody>
          <a:bodyPr/>
          <a:lstStyle/>
          <a:p>
            <a:fld id="{3957FE44-DABC-424D-A234-74BB9410FF27}" type="slidenum">
              <a:rPr lang="en-US" smtClean="0"/>
              <a:pPr/>
              <a:t>13</a:t>
            </a:fld>
            <a:endParaRPr lang="en-US" dirty="0"/>
          </a:p>
        </p:txBody>
      </p:sp>
    </p:spTree>
    <p:extLst>
      <p:ext uri="{BB962C8B-B14F-4D97-AF65-F5344CB8AC3E}">
        <p14:creationId xmlns:p14="http://schemas.microsoft.com/office/powerpoint/2010/main" val="2077434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6C9E3-3953-1700-0BF2-C235BA85E11F}"/>
              </a:ext>
            </a:extLst>
          </p:cNvPr>
          <p:cNvSpPr>
            <a:spLocks noGrp="1"/>
          </p:cNvSpPr>
          <p:nvPr>
            <p:ph type="title"/>
          </p:nvPr>
        </p:nvSpPr>
        <p:spPr/>
        <p:txBody>
          <a:bodyPr/>
          <a:lstStyle/>
          <a:p>
            <a:r>
              <a:rPr lang="en-US" b="1" dirty="0"/>
              <a:t>ROS2 Dependencies</a:t>
            </a:r>
          </a:p>
        </p:txBody>
      </p:sp>
      <p:sp>
        <p:nvSpPr>
          <p:cNvPr id="3" name="Content Placeholder 2">
            <a:extLst>
              <a:ext uri="{FF2B5EF4-FFF2-40B4-BE49-F238E27FC236}">
                <a16:creationId xmlns:a16="http://schemas.microsoft.com/office/drawing/2014/main" id="{83400073-C884-CBF5-F619-0E1663D2D2F2}"/>
              </a:ext>
            </a:extLst>
          </p:cNvPr>
          <p:cNvSpPr>
            <a:spLocks noGrp="1"/>
          </p:cNvSpPr>
          <p:nvPr>
            <p:ph idx="1"/>
          </p:nvPr>
        </p:nvSpPr>
        <p:spPr/>
        <p:txBody>
          <a:bodyPr/>
          <a:lstStyle/>
          <a:p>
            <a:r>
              <a:rPr lang="en-US" b="1" dirty="0"/>
              <a:t>Dependencies</a:t>
            </a:r>
            <a:r>
              <a:rPr lang="en-US" dirty="0"/>
              <a:t> are other software packages (libraries, tools, or ROS nodes) that your package needs to function</a:t>
            </a:r>
          </a:p>
          <a:p>
            <a:r>
              <a:rPr lang="en-US" dirty="0"/>
              <a:t>The </a:t>
            </a:r>
            <a:r>
              <a:rPr lang="en-US" b="1" dirty="0"/>
              <a:t>package.xml </a:t>
            </a:r>
            <a:r>
              <a:rPr lang="en-US" dirty="0"/>
              <a:t>define how a dependency is used</a:t>
            </a:r>
          </a:p>
          <a:p>
            <a:pPr marL="0" indent="0">
              <a:buNone/>
            </a:pPr>
            <a:r>
              <a:rPr lang="en-US" dirty="0"/>
              <a:t> </a:t>
            </a:r>
          </a:p>
        </p:txBody>
      </p:sp>
      <p:sp>
        <p:nvSpPr>
          <p:cNvPr id="4" name="Slide Number Placeholder 3">
            <a:extLst>
              <a:ext uri="{FF2B5EF4-FFF2-40B4-BE49-F238E27FC236}">
                <a16:creationId xmlns:a16="http://schemas.microsoft.com/office/drawing/2014/main" id="{60F9CE69-75A1-433E-D444-DE73145304E6}"/>
              </a:ext>
            </a:extLst>
          </p:cNvPr>
          <p:cNvSpPr>
            <a:spLocks noGrp="1"/>
          </p:cNvSpPr>
          <p:nvPr>
            <p:ph type="sldNum" sz="quarter" idx="12"/>
          </p:nvPr>
        </p:nvSpPr>
        <p:spPr/>
        <p:txBody>
          <a:bodyPr/>
          <a:lstStyle/>
          <a:p>
            <a:fld id="{3957FE44-DABC-424D-A234-74BB9410FF27}" type="slidenum">
              <a:rPr lang="en-US" smtClean="0"/>
              <a:pPr/>
              <a:t>14</a:t>
            </a:fld>
            <a:endParaRPr lang="en-US" dirty="0"/>
          </a:p>
        </p:txBody>
      </p:sp>
      <p:pic>
        <p:nvPicPr>
          <p:cNvPr id="6" name="Picture 5">
            <a:extLst>
              <a:ext uri="{FF2B5EF4-FFF2-40B4-BE49-F238E27FC236}">
                <a16:creationId xmlns:a16="http://schemas.microsoft.com/office/drawing/2014/main" id="{861373C6-C6F3-BCEB-6F3A-1F49966306B6}"/>
              </a:ext>
            </a:extLst>
          </p:cNvPr>
          <p:cNvPicPr>
            <a:picLocks noChangeAspect="1"/>
          </p:cNvPicPr>
          <p:nvPr/>
        </p:nvPicPr>
        <p:blipFill>
          <a:blip r:embed="rId2"/>
          <a:stretch>
            <a:fillRect/>
          </a:stretch>
        </p:blipFill>
        <p:spPr>
          <a:xfrm>
            <a:off x="2667000" y="2819400"/>
            <a:ext cx="7001062" cy="3954473"/>
          </a:xfrm>
          <a:prstGeom prst="rect">
            <a:avLst/>
          </a:prstGeom>
        </p:spPr>
      </p:pic>
    </p:spTree>
    <p:extLst>
      <p:ext uri="{BB962C8B-B14F-4D97-AF65-F5344CB8AC3E}">
        <p14:creationId xmlns:p14="http://schemas.microsoft.com/office/powerpoint/2010/main" val="1079499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31AA4-2542-4304-9C98-621F2EDC234F}"/>
              </a:ext>
            </a:extLst>
          </p:cNvPr>
          <p:cNvSpPr>
            <a:spLocks noGrp="1"/>
          </p:cNvSpPr>
          <p:nvPr>
            <p:ph type="title"/>
          </p:nvPr>
        </p:nvSpPr>
        <p:spPr/>
        <p:txBody>
          <a:bodyPr/>
          <a:lstStyle/>
          <a:p>
            <a:r>
              <a:rPr lang="en-US" b="1" dirty="0"/>
              <a:t>ROS2 Dependencies</a:t>
            </a:r>
            <a:endParaRPr lang="en-US" dirty="0"/>
          </a:p>
        </p:txBody>
      </p:sp>
      <p:sp>
        <p:nvSpPr>
          <p:cNvPr id="3" name="Content Placeholder 2">
            <a:extLst>
              <a:ext uri="{FF2B5EF4-FFF2-40B4-BE49-F238E27FC236}">
                <a16:creationId xmlns:a16="http://schemas.microsoft.com/office/drawing/2014/main" id="{47E9F3EF-C18F-71F0-93C2-DC59408EBB55}"/>
              </a:ext>
            </a:extLst>
          </p:cNvPr>
          <p:cNvSpPr>
            <a:spLocks noGrp="1"/>
          </p:cNvSpPr>
          <p:nvPr>
            <p:ph idx="1"/>
          </p:nvPr>
        </p:nvSpPr>
        <p:spPr/>
        <p:txBody>
          <a:bodyPr/>
          <a:lstStyle/>
          <a:p>
            <a:r>
              <a:rPr lang="en-US" dirty="0"/>
              <a:t>There are thousands of dependencies available.</a:t>
            </a:r>
          </a:p>
          <a:p>
            <a:pPr marL="0" indent="0">
              <a:buNone/>
            </a:pPr>
            <a:r>
              <a:rPr lang="en-US" b="1" dirty="0"/>
              <a:t>Common dependencies:</a:t>
            </a:r>
          </a:p>
          <a:p>
            <a:r>
              <a:rPr lang="en-US" dirty="0"/>
              <a:t>Client libraries:</a:t>
            </a:r>
          </a:p>
          <a:p>
            <a:pPr lvl="1"/>
            <a:r>
              <a:rPr lang="en-US" dirty="0" err="1">
                <a:solidFill>
                  <a:srgbClr val="0070C0"/>
                </a:solidFill>
              </a:rPr>
              <a:t>rclcpp</a:t>
            </a:r>
            <a:r>
              <a:rPr lang="en-US" dirty="0"/>
              <a:t>: The C++ client library. Can not write a C++ ROS 2 node without it.</a:t>
            </a:r>
          </a:p>
          <a:p>
            <a:pPr lvl="1"/>
            <a:r>
              <a:rPr lang="en-US" dirty="0" err="1">
                <a:solidFill>
                  <a:srgbClr val="0070C0"/>
                </a:solidFill>
              </a:rPr>
              <a:t>rclpy</a:t>
            </a:r>
            <a:r>
              <a:rPr lang="en-US" dirty="0"/>
              <a:t>: The Python client library. Can not write a python ROS 2 node without it.</a:t>
            </a:r>
          </a:p>
          <a:p>
            <a:r>
              <a:rPr lang="en-US" dirty="0"/>
              <a:t>Message Interfaces:</a:t>
            </a:r>
          </a:p>
          <a:p>
            <a:pPr lvl="1"/>
            <a:r>
              <a:rPr lang="en-US" dirty="0" err="1">
                <a:solidFill>
                  <a:srgbClr val="0070C0"/>
                </a:solidFill>
              </a:rPr>
              <a:t>std_msgs</a:t>
            </a:r>
            <a:r>
              <a:rPr lang="en-US" dirty="0"/>
              <a:t>: Simple types like String, Int32, Float64, and Bool.</a:t>
            </a:r>
          </a:p>
          <a:p>
            <a:pPr lvl="1"/>
            <a:r>
              <a:rPr lang="en-US" dirty="0" err="1">
                <a:solidFill>
                  <a:srgbClr val="0070C0"/>
                </a:solidFill>
              </a:rPr>
              <a:t>geometry_msgs</a:t>
            </a:r>
            <a:r>
              <a:rPr lang="en-US" dirty="0"/>
              <a:t>: Essential for any robot that moves. Includes Twist (for velocity), Pose (for position), and Transform.</a:t>
            </a:r>
          </a:p>
          <a:p>
            <a:pPr lvl="1"/>
            <a:r>
              <a:rPr lang="en-US" dirty="0" err="1">
                <a:solidFill>
                  <a:srgbClr val="0070C0"/>
                </a:solidFill>
              </a:rPr>
              <a:t>sensor_msgs</a:t>
            </a:r>
            <a:r>
              <a:rPr lang="en-US" dirty="0"/>
              <a:t>: Standard data for hardware like Image, LIDAR, IMU, and </a:t>
            </a:r>
            <a:r>
              <a:rPr lang="en-US" dirty="0" err="1"/>
              <a:t>PointCloud</a:t>
            </a:r>
            <a:r>
              <a:rPr lang="en-US" dirty="0"/>
              <a:t>.</a:t>
            </a:r>
          </a:p>
          <a:p>
            <a:pPr lvl="1"/>
            <a:r>
              <a:rPr lang="en-US" dirty="0">
                <a:solidFill>
                  <a:srgbClr val="0070C0"/>
                </a:solidFill>
              </a:rPr>
              <a:t>nav2_msgs</a:t>
            </a:r>
            <a:r>
              <a:rPr lang="en-US" dirty="0"/>
              <a:t>: Navigation2 message for robot moving</a:t>
            </a:r>
          </a:p>
        </p:txBody>
      </p:sp>
      <p:sp>
        <p:nvSpPr>
          <p:cNvPr id="4" name="Slide Number Placeholder 3">
            <a:extLst>
              <a:ext uri="{FF2B5EF4-FFF2-40B4-BE49-F238E27FC236}">
                <a16:creationId xmlns:a16="http://schemas.microsoft.com/office/drawing/2014/main" id="{38B3D1EE-7659-F6B3-E7E4-85AE5BE347C5}"/>
              </a:ext>
            </a:extLst>
          </p:cNvPr>
          <p:cNvSpPr>
            <a:spLocks noGrp="1"/>
          </p:cNvSpPr>
          <p:nvPr>
            <p:ph type="sldNum" sz="quarter" idx="12"/>
          </p:nvPr>
        </p:nvSpPr>
        <p:spPr/>
        <p:txBody>
          <a:bodyPr/>
          <a:lstStyle/>
          <a:p>
            <a:fld id="{3957FE44-DABC-424D-A234-74BB9410FF27}" type="slidenum">
              <a:rPr lang="en-US" smtClean="0"/>
              <a:pPr/>
              <a:t>15</a:t>
            </a:fld>
            <a:endParaRPr lang="en-US" dirty="0"/>
          </a:p>
        </p:txBody>
      </p:sp>
    </p:spTree>
    <p:extLst>
      <p:ext uri="{BB962C8B-B14F-4D97-AF65-F5344CB8AC3E}">
        <p14:creationId xmlns:p14="http://schemas.microsoft.com/office/powerpoint/2010/main" val="2376392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23F93-9FD5-65AC-5662-CD308A60C4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01DFE-72FB-9A78-1029-C62AD88AA052}"/>
              </a:ext>
            </a:extLst>
          </p:cNvPr>
          <p:cNvSpPr>
            <a:spLocks noGrp="1"/>
          </p:cNvSpPr>
          <p:nvPr>
            <p:ph type="title"/>
          </p:nvPr>
        </p:nvSpPr>
        <p:spPr/>
        <p:txBody>
          <a:bodyPr/>
          <a:lstStyle/>
          <a:p>
            <a:r>
              <a:rPr lang="en-US" b="1" dirty="0"/>
              <a:t>ROS2 Dependencies</a:t>
            </a:r>
            <a:endParaRPr lang="en-US" dirty="0"/>
          </a:p>
        </p:txBody>
      </p:sp>
      <p:sp>
        <p:nvSpPr>
          <p:cNvPr id="3" name="Content Placeholder 2">
            <a:extLst>
              <a:ext uri="{FF2B5EF4-FFF2-40B4-BE49-F238E27FC236}">
                <a16:creationId xmlns:a16="http://schemas.microsoft.com/office/drawing/2014/main" id="{AFE8732C-8B6C-43D2-9205-4D572322F25D}"/>
              </a:ext>
            </a:extLst>
          </p:cNvPr>
          <p:cNvSpPr>
            <a:spLocks noGrp="1"/>
          </p:cNvSpPr>
          <p:nvPr>
            <p:ph idx="1"/>
          </p:nvPr>
        </p:nvSpPr>
        <p:spPr/>
        <p:txBody>
          <a:bodyPr/>
          <a:lstStyle/>
          <a:p>
            <a:pPr marL="0" indent="0">
              <a:buNone/>
            </a:pPr>
            <a:r>
              <a:rPr lang="en-US" b="1" dirty="0"/>
              <a:t>Common dependencies:</a:t>
            </a:r>
          </a:p>
          <a:p>
            <a:r>
              <a:rPr lang="en-US" dirty="0"/>
              <a:t>Transformation &amp; Math:</a:t>
            </a:r>
          </a:p>
          <a:p>
            <a:pPr lvl="1"/>
            <a:r>
              <a:rPr lang="en-US" dirty="0">
                <a:solidFill>
                  <a:srgbClr val="0070C0"/>
                </a:solidFill>
              </a:rPr>
              <a:t>tf2 / tf2_ros</a:t>
            </a:r>
            <a:r>
              <a:rPr lang="en-US" dirty="0"/>
              <a:t>: The library used to keep track of coordinate frames</a:t>
            </a:r>
          </a:p>
          <a:p>
            <a:pPr lvl="1"/>
            <a:r>
              <a:rPr lang="en-US" dirty="0" err="1">
                <a:solidFill>
                  <a:srgbClr val="0070C0"/>
                </a:solidFill>
              </a:rPr>
              <a:t>numpy</a:t>
            </a:r>
            <a:r>
              <a:rPr lang="en-US" dirty="0"/>
              <a:t>: The Python library for math and array handling</a:t>
            </a:r>
          </a:p>
          <a:p>
            <a:pPr lvl="1"/>
            <a:r>
              <a:rPr lang="en-US" dirty="0">
                <a:solidFill>
                  <a:srgbClr val="0070C0"/>
                </a:solidFill>
              </a:rPr>
              <a:t>eigen</a:t>
            </a:r>
            <a:r>
              <a:rPr lang="en-US" dirty="0"/>
              <a:t>: The C++ library for linear algebra and matrix math</a:t>
            </a:r>
          </a:p>
          <a:p>
            <a:r>
              <a:rPr lang="en-US" dirty="0"/>
              <a:t>Tools</a:t>
            </a:r>
          </a:p>
          <a:p>
            <a:pPr lvl="1"/>
            <a:r>
              <a:rPr lang="en-US" dirty="0" err="1">
                <a:solidFill>
                  <a:srgbClr val="0070C0"/>
                </a:solidFill>
              </a:rPr>
              <a:t>cv_bridge</a:t>
            </a:r>
            <a:r>
              <a:rPr lang="en-US" dirty="0"/>
              <a:t>: The "bridge" between ROS image messages and OpenCV. ROS cannot understand OpenCV images directly</a:t>
            </a:r>
          </a:p>
        </p:txBody>
      </p:sp>
      <p:sp>
        <p:nvSpPr>
          <p:cNvPr id="4" name="Slide Number Placeholder 3">
            <a:extLst>
              <a:ext uri="{FF2B5EF4-FFF2-40B4-BE49-F238E27FC236}">
                <a16:creationId xmlns:a16="http://schemas.microsoft.com/office/drawing/2014/main" id="{44B289DA-8D50-8DFE-8D31-103974E5C1B0}"/>
              </a:ext>
            </a:extLst>
          </p:cNvPr>
          <p:cNvSpPr>
            <a:spLocks noGrp="1"/>
          </p:cNvSpPr>
          <p:nvPr>
            <p:ph type="sldNum" sz="quarter" idx="12"/>
          </p:nvPr>
        </p:nvSpPr>
        <p:spPr/>
        <p:txBody>
          <a:bodyPr/>
          <a:lstStyle/>
          <a:p>
            <a:fld id="{3957FE44-DABC-424D-A234-74BB9410FF27}" type="slidenum">
              <a:rPr lang="en-US" smtClean="0"/>
              <a:pPr/>
              <a:t>16</a:t>
            </a:fld>
            <a:endParaRPr lang="en-US" dirty="0"/>
          </a:p>
        </p:txBody>
      </p:sp>
    </p:spTree>
    <p:extLst>
      <p:ext uri="{BB962C8B-B14F-4D97-AF65-F5344CB8AC3E}">
        <p14:creationId xmlns:p14="http://schemas.microsoft.com/office/powerpoint/2010/main" val="809880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3959A-4E41-0625-C9B4-3E87CCDADCEE}"/>
              </a:ext>
            </a:extLst>
          </p:cNvPr>
          <p:cNvSpPr>
            <a:spLocks noGrp="1"/>
          </p:cNvSpPr>
          <p:nvPr>
            <p:ph type="title"/>
          </p:nvPr>
        </p:nvSpPr>
        <p:spPr/>
        <p:txBody>
          <a:bodyPr/>
          <a:lstStyle/>
          <a:p>
            <a:r>
              <a:rPr lang="en-US" b="1" dirty="0"/>
              <a:t>Create 1</a:t>
            </a:r>
            <a:r>
              <a:rPr lang="en-US" b="1" baseline="30000" dirty="0"/>
              <a:t>st</a:t>
            </a:r>
            <a:r>
              <a:rPr lang="en-US" b="1" dirty="0"/>
              <a:t> ROS package</a:t>
            </a:r>
            <a:endParaRPr lang="en-US" dirty="0"/>
          </a:p>
        </p:txBody>
      </p:sp>
      <p:sp>
        <p:nvSpPr>
          <p:cNvPr id="3" name="Content Placeholder 2">
            <a:extLst>
              <a:ext uri="{FF2B5EF4-FFF2-40B4-BE49-F238E27FC236}">
                <a16:creationId xmlns:a16="http://schemas.microsoft.com/office/drawing/2014/main" id="{5B63996F-8B1B-1F5E-A1D3-3FE0E520CBE8}"/>
              </a:ext>
            </a:extLst>
          </p:cNvPr>
          <p:cNvSpPr>
            <a:spLocks noGrp="1"/>
          </p:cNvSpPr>
          <p:nvPr>
            <p:ph idx="1"/>
          </p:nvPr>
        </p:nvSpPr>
        <p:spPr/>
        <p:txBody>
          <a:bodyPr/>
          <a:lstStyle/>
          <a:p>
            <a:pPr marL="0" indent="0">
              <a:buNone/>
            </a:pPr>
            <a:r>
              <a:rPr lang="en-US" dirty="0"/>
              <a:t>The package folder structure:</a:t>
            </a:r>
          </a:p>
          <a:p>
            <a:pPr marL="914400" indent="0">
              <a:buNone/>
            </a:pPr>
            <a:r>
              <a:rPr lang="en-US" dirty="0" err="1"/>
              <a:t>camera_opencv</a:t>
            </a:r>
            <a:r>
              <a:rPr lang="en-US" dirty="0"/>
              <a:t>/</a:t>
            </a:r>
          </a:p>
          <a:p>
            <a:pPr marL="914400" indent="0">
              <a:buNone/>
            </a:pPr>
            <a:r>
              <a:rPr lang="en-US" dirty="0"/>
              <a:t>├── </a:t>
            </a:r>
            <a:r>
              <a:rPr lang="en-US" dirty="0" err="1"/>
              <a:t>camera_opencv</a:t>
            </a:r>
            <a:r>
              <a:rPr lang="en-US" dirty="0"/>
              <a:t>/</a:t>
            </a:r>
          </a:p>
          <a:p>
            <a:pPr marL="914400" indent="0">
              <a:buNone/>
            </a:pPr>
            <a:r>
              <a:rPr lang="en-US" dirty="0"/>
              <a:t>│   └── __init__.py</a:t>
            </a:r>
          </a:p>
          <a:p>
            <a:pPr marL="914400" indent="0">
              <a:buNone/>
            </a:pPr>
            <a:r>
              <a:rPr lang="en-US" dirty="0"/>
              <a:t>├── resource/</a:t>
            </a:r>
          </a:p>
          <a:p>
            <a:pPr marL="914400" indent="0">
              <a:buNone/>
            </a:pPr>
            <a:r>
              <a:rPr lang="en-US" dirty="0"/>
              <a:t>│   └── </a:t>
            </a:r>
            <a:r>
              <a:rPr lang="en-US" dirty="0" err="1"/>
              <a:t>camera_opencv</a:t>
            </a:r>
            <a:endParaRPr lang="en-US" dirty="0"/>
          </a:p>
          <a:p>
            <a:pPr marL="914400" indent="0">
              <a:buNone/>
            </a:pPr>
            <a:r>
              <a:rPr lang="en-US" dirty="0"/>
              <a:t>├── package.xml        ← dependencies are listed here</a:t>
            </a:r>
          </a:p>
          <a:p>
            <a:pPr marL="914400" indent="0">
              <a:buNone/>
            </a:pPr>
            <a:r>
              <a:rPr lang="en-US" dirty="0"/>
              <a:t>├── setup.py               ← Python build config</a:t>
            </a:r>
          </a:p>
          <a:p>
            <a:pPr marL="914400" indent="0">
              <a:buNone/>
            </a:pPr>
            <a:r>
              <a:rPr lang="en-US" dirty="0"/>
              <a:t>├── </a:t>
            </a:r>
            <a:r>
              <a:rPr lang="en-US" dirty="0" err="1"/>
              <a:t>setup.cfg</a:t>
            </a:r>
            <a:endParaRPr lang="en-US" dirty="0"/>
          </a:p>
          <a:p>
            <a:pPr marL="914400" indent="0">
              <a:buNone/>
            </a:pPr>
            <a:r>
              <a:rPr lang="en-US" dirty="0"/>
              <a:t>└── test/</a:t>
            </a:r>
          </a:p>
          <a:p>
            <a:pPr marL="0" indent="0">
              <a:buNone/>
            </a:pPr>
            <a:endParaRPr lang="en-US" dirty="0"/>
          </a:p>
        </p:txBody>
      </p:sp>
      <p:sp>
        <p:nvSpPr>
          <p:cNvPr id="4" name="Slide Number Placeholder 3">
            <a:extLst>
              <a:ext uri="{FF2B5EF4-FFF2-40B4-BE49-F238E27FC236}">
                <a16:creationId xmlns:a16="http://schemas.microsoft.com/office/drawing/2014/main" id="{1BF91E89-F7F8-67B9-67B7-0D4841949292}"/>
              </a:ext>
            </a:extLst>
          </p:cNvPr>
          <p:cNvSpPr>
            <a:spLocks noGrp="1"/>
          </p:cNvSpPr>
          <p:nvPr>
            <p:ph type="sldNum" sz="quarter" idx="12"/>
          </p:nvPr>
        </p:nvSpPr>
        <p:spPr/>
        <p:txBody>
          <a:bodyPr/>
          <a:lstStyle/>
          <a:p>
            <a:fld id="{3957FE44-DABC-424D-A234-74BB9410FF27}" type="slidenum">
              <a:rPr lang="en-US" smtClean="0"/>
              <a:pPr/>
              <a:t>17</a:t>
            </a:fld>
            <a:endParaRPr lang="en-US" dirty="0"/>
          </a:p>
        </p:txBody>
      </p:sp>
    </p:spTree>
    <p:extLst>
      <p:ext uri="{BB962C8B-B14F-4D97-AF65-F5344CB8AC3E}">
        <p14:creationId xmlns:p14="http://schemas.microsoft.com/office/powerpoint/2010/main" val="3764924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9E00B-118F-6080-64B6-A53BF65E1A3E}"/>
              </a:ext>
            </a:extLst>
          </p:cNvPr>
          <p:cNvSpPr>
            <a:spLocks noGrp="1"/>
          </p:cNvSpPr>
          <p:nvPr>
            <p:ph type="title"/>
          </p:nvPr>
        </p:nvSpPr>
        <p:spPr/>
        <p:txBody>
          <a:bodyPr/>
          <a:lstStyle/>
          <a:p>
            <a:r>
              <a:rPr lang="en-US" b="1" dirty="0"/>
              <a:t>Create 1</a:t>
            </a:r>
            <a:r>
              <a:rPr lang="en-US" b="1" baseline="30000" dirty="0"/>
              <a:t>st</a:t>
            </a:r>
            <a:r>
              <a:rPr lang="en-US" b="1" dirty="0"/>
              <a:t> ROS package</a:t>
            </a:r>
            <a:endParaRPr lang="en-US" dirty="0"/>
          </a:p>
        </p:txBody>
      </p:sp>
      <p:sp>
        <p:nvSpPr>
          <p:cNvPr id="3" name="Content Placeholder 2">
            <a:extLst>
              <a:ext uri="{FF2B5EF4-FFF2-40B4-BE49-F238E27FC236}">
                <a16:creationId xmlns:a16="http://schemas.microsoft.com/office/drawing/2014/main" id="{4416F8A1-8C44-8F73-03A3-4F8038C8E98A}"/>
              </a:ext>
            </a:extLst>
          </p:cNvPr>
          <p:cNvSpPr>
            <a:spLocks noGrp="1"/>
          </p:cNvSpPr>
          <p:nvPr>
            <p:ph idx="1"/>
          </p:nvPr>
        </p:nvSpPr>
        <p:spPr/>
        <p:txBody>
          <a:bodyPr/>
          <a:lstStyle/>
          <a:p>
            <a:pPr marL="0" indent="0">
              <a:buNone/>
            </a:pPr>
            <a:r>
              <a:rPr lang="en-US" b="1" dirty="0"/>
              <a:t>Step 2: Write source code for a node</a:t>
            </a:r>
          </a:p>
          <a:p>
            <a:pPr marL="0" indent="0">
              <a:buNone/>
            </a:pPr>
            <a:r>
              <a:rPr lang="en-US" b="1" dirty="0"/>
              <a:t>    Create a new file in </a:t>
            </a:r>
            <a:r>
              <a:rPr lang="en-US" b="1" dirty="0" err="1"/>
              <a:t>camera_opencv</a:t>
            </a:r>
            <a:r>
              <a:rPr lang="en-US" b="1" dirty="0"/>
              <a:t> folder</a:t>
            </a:r>
          </a:p>
          <a:p>
            <a:pPr marL="0" indent="0">
              <a:buNone/>
            </a:pPr>
            <a:r>
              <a:rPr lang="en-US" b="1" dirty="0"/>
              <a:t>          </a:t>
            </a:r>
            <a:r>
              <a:rPr lang="en-US" dirty="0">
                <a:latin typeface="Courier New" panose="02070309020205020404" pitchFamily="49" charset="0"/>
                <a:cs typeface="Courier New" panose="02070309020205020404" pitchFamily="49" charset="0"/>
              </a:rPr>
              <a:t>touch camera_opencv/camera_opencv/camera_publisher.py</a:t>
            </a:r>
          </a:p>
          <a:p>
            <a:pPr marL="0" indent="0">
              <a:buNone/>
            </a:pPr>
            <a:r>
              <a:rPr lang="en-US" dirty="0">
                <a:latin typeface="Courier New" panose="02070309020205020404" pitchFamily="49" charset="0"/>
                <a:cs typeface="Courier New" panose="02070309020205020404" pitchFamily="49" charset="0"/>
              </a:rPr>
              <a:t>  </a:t>
            </a:r>
            <a:r>
              <a:rPr lang="en-US" b="1" dirty="0">
                <a:cs typeface="Courier New" panose="02070309020205020404" pitchFamily="49" charset="0"/>
              </a:rPr>
              <a:t>Write code</a:t>
            </a:r>
          </a:p>
          <a:p>
            <a:pPr marL="0" indent="0">
              <a:buNone/>
            </a:pPr>
            <a:r>
              <a:rPr lang="en-US" b="1" dirty="0">
                <a:cs typeface="Courier New" panose="02070309020205020404" pitchFamily="49" charset="0"/>
              </a:rPr>
              <a:t>          </a:t>
            </a:r>
          </a:p>
          <a:p>
            <a:pPr marL="0" indent="0">
              <a:buNone/>
            </a:pPr>
            <a:endParaRPr lang="en-US" b="1" dirty="0">
              <a:cs typeface="Courier New" panose="02070309020205020404" pitchFamily="49" charset="0"/>
            </a:endParaRPr>
          </a:p>
        </p:txBody>
      </p:sp>
      <p:sp>
        <p:nvSpPr>
          <p:cNvPr id="4" name="Slide Number Placeholder 3">
            <a:extLst>
              <a:ext uri="{FF2B5EF4-FFF2-40B4-BE49-F238E27FC236}">
                <a16:creationId xmlns:a16="http://schemas.microsoft.com/office/drawing/2014/main" id="{DE392F48-5887-6406-BC9E-B3DAAB1EA274}"/>
              </a:ext>
            </a:extLst>
          </p:cNvPr>
          <p:cNvSpPr>
            <a:spLocks noGrp="1"/>
          </p:cNvSpPr>
          <p:nvPr>
            <p:ph type="sldNum" sz="quarter" idx="12"/>
          </p:nvPr>
        </p:nvSpPr>
        <p:spPr/>
        <p:txBody>
          <a:bodyPr/>
          <a:lstStyle/>
          <a:p>
            <a:fld id="{3957FE44-DABC-424D-A234-74BB9410FF27}" type="slidenum">
              <a:rPr lang="en-US" smtClean="0"/>
              <a:pPr/>
              <a:t>18</a:t>
            </a:fld>
            <a:endParaRPr lang="en-US" dirty="0"/>
          </a:p>
        </p:txBody>
      </p:sp>
      <p:pic>
        <p:nvPicPr>
          <p:cNvPr id="8" name="Picture 7">
            <a:extLst>
              <a:ext uri="{FF2B5EF4-FFF2-40B4-BE49-F238E27FC236}">
                <a16:creationId xmlns:a16="http://schemas.microsoft.com/office/drawing/2014/main" id="{841E99FE-1A00-1955-0008-22795BDB1184}"/>
              </a:ext>
            </a:extLst>
          </p:cNvPr>
          <p:cNvPicPr>
            <a:picLocks noChangeAspect="1"/>
          </p:cNvPicPr>
          <p:nvPr/>
        </p:nvPicPr>
        <p:blipFill>
          <a:blip r:embed="rId2"/>
          <a:stretch>
            <a:fillRect/>
          </a:stretch>
        </p:blipFill>
        <p:spPr>
          <a:xfrm>
            <a:off x="1981200" y="3432801"/>
            <a:ext cx="5245978" cy="1824999"/>
          </a:xfrm>
          <a:prstGeom prst="rect">
            <a:avLst/>
          </a:prstGeom>
        </p:spPr>
      </p:pic>
    </p:spTree>
    <p:extLst>
      <p:ext uri="{BB962C8B-B14F-4D97-AF65-F5344CB8AC3E}">
        <p14:creationId xmlns:p14="http://schemas.microsoft.com/office/powerpoint/2010/main" val="1152866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E6B3C-368A-3CBB-AC90-AFDFC21492C0}"/>
              </a:ext>
            </a:extLst>
          </p:cNvPr>
          <p:cNvSpPr>
            <a:spLocks noGrp="1"/>
          </p:cNvSpPr>
          <p:nvPr>
            <p:ph type="title"/>
          </p:nvPr>
        </p:nvSpPr>
        <p:spPr/>
        <p:txBody>
          <a:bodyPr/>
          <a:lstStyle/>
          <a:p>
            <a:r>
              <a:rPr lang="en-US" b="1" dirty="0"/>
              <a:t>Create 1</a:t>
            </a:r>
            <a:r>
              <a:rPr lang="en-US" b="1" baseline="30000" dirty="0"/>
              <a:t>st</a:t>
            </a:r>
            <a:r>
              <a:rPr lang="en-US" b="1" dirty="0"/>
              <a:t> ROS package</a:t>
            </a:r>
            <a:endParaRPr lang="en-US" dirty="0"/>
          </a:p>
        </p:txBody>
      </p:sp>
      <p:sp>
        <p:nvSpPr>
          <p:cNvPr id="3" name="Content Placeholder 2">
            <a:extLst>
              <a:ext uri="{FF2B5EF4-FFF2-40B4-BE49-F238E27FC236}">
                <a16:creationId xmlns:a16="http://schemas.microsoft.com/office/drawing/2014/main" id="{62C3302B-5BA5-B185-C58F-61289D8BAA4E}"/>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10C8B096-1B30-AAFB-5AFA-8748B7540A9C}"/>
              </a:ext>
            </a:extLst>
          </p:cNvPr>
          <p:cNvSpPr>
            <a:spLocks noGrp="1"/>
          </p:cNvSpPr>
          <p:nvPr>
            <p:ph type="sldNum" sz="quarter" idx="12"/>
          </p:nvPr>
        </p:nvSpPr>
        <p:spPr/>
        <p:txBody>
          <a:bodyPr/>
          <a:lstStyle/>
          <a:p>
            <a:fld id="{3957FE44-DABC-424D-A234-74BB9410FF27}" type="slidenum">
              <a:rPr lang="en-US" smtClean="0"/>
              <a:pPr/>
              <a:t>19</a:t>
            </a:fld>
            <a:endParaRPr lang="en-US" dirty="0"/>
          </a:p>
        </p:txBody>
      </p:sp>
      <p:pic>
        <p:nvPicPr>
          <p:cNvPr id="6" name="Picture 5">
            <a:extLst>
              <a:ext uri="{FF2B5EF4-FFF2-40B4-BE49-F238E27FC236}">
                <a16:creationId xmlns:a16="http://schemas.microsoft.com/office/drawing/2014/main" id="{712F5051-2DFD-51FF-A513-49E61B713BCB}"/>
              </a:ext>
            </a:extLst>
          </p:cNvPr>
          <p:cNvPicPr>
            <a:picLocks noChangeAspect="1"/>
          </p:cNvPicPr>
          <p:nvPr/>
        </p:nvPicPr>
        <p:blipFill>
          <a:blip r:embed="rId2"/>
          <a:stretch>
            <a:fillRect/>
          </a:stretch>
        </p:blipFill>
        <p:spPr>
          <a:xfrm>
            <a:off x="76200" y="1524000"/>
            <a:ext cx="7611859" cy="5181600"/>
          </a:xfrm>
          <a:prstGeom prst="rect">
            <a:avLst/>
          </a:prstGeom>
          <a:ln>
            <a:solidFill>
              <a:schemeClr val="accent1"/>
            </a:solidFill>
          </a:ln>
        </p:spPr>
      </p:pic>
      <p:pic>
        <p:nvPicPr>
          <p:cNvPr id="8" name="Picture 7">
            <a:extLst>
              <a:ext uri="{FF2B5EF4-FFF2-40B4-BE49-F238E27FC236}">
                <a16:creationId xmlns:a16="http://schemas.microsoft.com/office/drawing/2014/main" id="{F6979CC7-AB83-1EE8-D47C-39547809B605}"/>
              </a:ext>
            </a:extLst>
          </p:cNvPr>
          <p:cNvPicPr>
            <a:picLocks noChangeAspect="1"/>
          </p:cNvPicPr>
          <p:nvPr/>
        </p:nvPicPr>
        <p:blipFill>
          <a:blip r:embed="rId3"/>
          <a:stretch>
            <a:fillRect/>
          </a:stretch>
        </p:blipFill>
        <p:spPr>
          <a:xfrm>
            <a:off x="5735475" y="1905000"/>
            <a:ext cx="6393385" cy="2438553"/>
          </a:xfrm>
          <a:prstGeom prst="rect">
            <a:avLst/>
          </a:prstGeom>
          <a:ln>
            <a:solidFill>
              <a:schemeClr val="accent1"/>
            </a:solidFill>
          </a:ln>
        </p:spPr>
      </p:pic>
    </p:spTree>
    <p:extLst>
      <p:ext uri="{BB962C8B-B14F-4D97-AF65-F5344CB8AC3E}">
        <p14:creationId xmlns:p14="http://schemas.microsoft.com/office/powerpoint/2010/main" val="1514492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D8FA4-984B-3349-4E08-5E25797F6911}"/>
              </a:ext>
            </a:extLst>
          </p:cNvPr>
          <p:cNvSpPr>
            <a:spLocks noGrp="1"/>
          </p:cNvSpPr>
          <p:nvPr>
            <p:ph type="title"/>
          </p:nvPr>
        </p:nvSpPr>
        <p:spPr/>
        <p:txBody>
          <a:bodyPr/>
          <a:lstStyle/>
          <a:p>
            <a:r>
              <a:rPr lang="en-US" b="1" dirty="0"/>
              <a:t>Create 1</a:t>
            </a:r>
            <a:r>
              <a:rPr lang="en-US" b="1" baseline="30000" dirty="0"/>
              <a:t>st</a:t>
            </a:r>
            <a:r>
              <a:rPr lang="en-US" b="1" dirty="0"/>
              <a:t> ROS package</a:t>
            </a:r>
            <a:endParaRPr lang="en-US" dirty="0"/>
          </a:p>
        </p:txBody>
      </p:sp>
      <p:pic>
        <p:nvPicPr>
          <p:cNvPr id="6" name="Content Placeholder 5">
            <a:extLst>
              <a:ext uri="{FF2B5EF4-FFF2-40B4-BE49-F238E27FC236}">
                <a16:creationId xmlns:a16="http://schemas.microsoft.com/office/drawing/2014/main" id="{3E88F1DB-4CFD-CEA3-1E2A-E3046530FBA6}"/>
              </a:ext>
            </a:extLst>
          </p:cNvPr>
          <p:cNvPicPr>
            <a:picLocks noGrp="1" noChangeAspect="1"/>
          </p:cNvPicPr>
          <p:nvPr>
            <p:ph idx="1"/>
          </p:nvPr>
        </p:nvPicPr>
        <p:blipFill>
          <a:blip r:embed="rId2"/>
          <a:stretch>
            <a:fillRect/>
          </a:stretch>
        </p:blipFill>
        <p:spPr>
          <a:xfrm>
            <a:off x="914400" y="1676400"/>
            <a:ext cx="4674604" cy="4299038"/>
          </a:xfrm>
          <a:prstGeom prst="rect">
            <a:avLst/>
          </a:prstGeom>
        </p:spPr>
      </p:pic>
      <p:sp>
        <p:nvSpPr>
          <p:cNvPr id="4" name="Slide Number Placeholder 3">
            <a:extLst>
              <a:ext uri="{FF2B5EF4-FFF2-40B4-BE49-F238E27FC236}">
                <a16:creationId xmlns:a16="http://schemas.microsoft.com/office/drawing/2014/main" id="{0A19D60E-08B5-95F2-CA74-263165E7E93C}"/>
              </a:ext>
            </a:extLst>
          </p:cNvPr>
          <p:cNvSpPr>
            <a:spLocks noGrp="1"/>
          </p:cNvSpPr>
          <p:nvPr>
            <p:ph type="sldNum" sz="quarter" idx="12"/>
          </p:nvPr>
        </p:nvSpPr>
        <p:spPr/>
        <p:txBody>
          <a:bodyPr/>
          <a:lstStyle/>
          <a:p>
            <a:fld id="{3957FE44-DABC-424D-A234-74BB9410FF27}" type="slidenum">
              <a:rPr lang="en-US" smtClean="0"/>
              <a:pPr/>
              <a:t>20</a:t>
            </a:fld>
            <a:endParaRPr lang="en-US" dirty="0"/>
          </a:p>
        </p:txBody>
      </p:sp>
    </p:spTree>
    <p:extLst>
      <p:ext uri="{BB962C8B-B14F-4D97-AF65-F5344CB8AC3E}">
        <p14:creationId xmlns:p14="http://schemas.microsoft.com/office/powerpoint/2010/main" val="2521350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F6D96-ADD4-C0CB-858F-E9B8639A4E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25B59-882E-E576-83FC-CB95D1080A08}"/>
              </a:ext>
            </a:extLst>
          </p:cNvPr>
          <p:cNvSpPr>
            <a:spLocks noGrp="1"/>
          </p:cNvSpPr>
          <p:nvPr>
            <p:ph type="title"/>
          </p:nvPr>
        </p:nvSpPr>
        <p:spPr/>
        <p:txBody>
          <a:bodyPr/>
          <a:lstStyle/>
          <a:p>
            <a:r>
              <a:rPr lang="en-US" b="1" dirty="0"/>
              <a:t>Create 1</a:t>
            </a:r>
            <a:r>
              <a:rPr lang="en-US" b="1" baseline="30000" dirty="0"/>
              <a:t>st</a:t>
            </a:r>
            <a:r>
              <a:rPr lang="en-US" b="1" dirty="0"/>
              <a:t> ROS package</a:t>
            </a:r>
            <a:endParaRPr lang="en-US" dirty="0"/>
          </a:p>
        </p:txBody>
      </p:sp>
      <p:sp>
        <p:nvSpPr>
          <p:cNvPr id="3" name="Content Placeholder 2">
            <a:extLst>
              <a:ext uri="{FF2B5EF4-FFF2-40B4-BE49-F238E27FC236}">
                <a16:creationId xmlns:a16="http://schemas.microsoft.com/office/drawing/2014/main" id="{12E46D8D-CE5E-E534-1EB3-0CC2D3244EBB}"/>
              </a:ext>
            </a:extLst>
          </p:cNvPr>
          <p:cNvSpPr>
            <a:spLocks noGrp="1"/>
          </p:cNvSpPr>
          <p:nvPr>
            <p:ph idx="1"/>
          </p:nvPr>
        </p:nvSpPr>
        <p:spPr/>
        <p:txBody>
          <a:bodyPr/>
          <a:lstStyle/>
          <a:p>
            <a:pPr marL="0" indent="0">
              <a:buNone/>
            </a:pPr>
            <a:r>
              <a:rPr lang="en-US" b="1" dirty="0"/>
              <a:t>Step 4: Edit package.xml and setup.py</a:t>
            </a:r>
          </a:p>
          <a:p>
            <a:r>
              <a:rPr lang="en-US" b="1" dirty="0">
                <a:solidFill>
                  <a:srgbClr val="0070C0"/>
                </a:solidFill>
                <a:cs typeface="Courier New" panose="02070309020205020404" pitchFamily="49" charset="0"/>
              </a:rPr>
              <a:t>package.xml </a:t>
            </a:r>
            <a:r>
              <a:rPr lang="en-US" dirty="0">
                <a:cs typeface="Courier New" panose="02070309020205020404" pitchFamily="49" charset="0"/>
              </a:rPr>
              <a:t>tells ROS what this package is, what it depends on, and how it fits into the ROS ecosystem</a:t>
            </a:r>
          </a:p>
          <a:p>
            <a:endParaRPr lang="en-US" dirty="0">
              <a:cs typeface="Courier New" panose="02070309020205020404" pitchFamily="49" charset="0"/>
            </a:endParaRPr>
          </a:p>
        </p:txBody>
      </p:sp>
      <p:sp>
        <p:nvSpPr>
          <p:cNvPr id="4" name="Slide Number Placeholder 3">
            <a:extLst>
              <a:ext uri="{FF2B5EF4-FFF2-40B4-BE49-F238E27FC236}">
                <a16:creationId xmlns:a16="http://schemas.microsoft.com/office/drawing/2014/main" id="{43BE417A-D50D-F0B0-F7C1-87262F82300C}"/>
              </a:ext>
            </a:extLst>
          </p:cNvPr>
          <p:cNvSpPr>
            <a:spLocks noGrp="1"/>
          </p:cNvSpPr>
          <p:nvPr>
            <p:ph type="sldNum" sz="quarter" idx="12"/>
          </p:nvPr>
        </p:nvSpPr>
        <p:spPr/>
        <p:txBody>
          <a:bodyPr/>
          <a:lstStyle/>
          <a:p>
            <a:fld id="{3957FE44-DABC-424D-A234-74BB9410FF27}" type="slidenum">
              <a:rPr lang="en-US" smtClean="0"/>
              <a:pPr/>
              <a:t>21</a:t>
            </a:fld>
            <a:endParaRPr lang="en-US" dirty="0"/>
          </a:p>
        </p:txBody>
      </p:sp>
      <p:pic>
        <p:nvPicPr>
          <p:cNvPr id="6" name="Picture 5">
            <a:extLst>
              <a:ext uri="{FF2B5EF4-FFF2-40B4-BE49-F238E27FC236}">
                <a16:creationId xmlns:a16="http://schemas.microsoft.com/office/drawing/2014/main" id="{A7D09A59-0820-0777-2E51-7B093EAFE08D}"/>
              </a:ext>
            </a:extLst>
          </p:cNvPr>
          <p:cNvPicPr>
            <a:picLocks noChangeAspect="1"/>
          </p:cNvPicPr>
          <p:nvPr/>
        </p:nvPicPr>
        <p:blipFill>
          <a:blip r:embed="rId2"/>
          <a:stretch>
            <a:fillRect/>
          </a:stretch>
        </p:blipFill>
        <p:spPr>
          <a:xfrm>
            <a:off x="3200400" y="2895600"/>
            <a:ext cx="6331338" cy="3770048"/>
          </a:xfrm>
          <a:prstGeom prst="rect">
            <a:avLst/>
          </a:prstGeom>
        </p:spPr>
      </p:pic>
      <p:sp>
        <p:nvSpPr>
          <p:cNvPr id="7" name="TextBox 6">
            <a:extLst>
              <a:ext uri="{FF2B5EF4-FFF2-40B4-BE49-F238E27FC236}">
                <a16:creationId xmlns:a16="http://schemas.microsoft.com/office/drawing/2014/main" id="{93390B4C-32D1-D64F-A269-878D0DB91D7B}"/>
              </a:ext>
            </a:extLst>
          </p:cNvPr>
          <p:cNvSpPr txBox="1"/>
          <p:nvPr/>
        </p:nvSpPr>
        <p:spPr>
          <a:xfrm>
            <a:off x="391277" y="4572000"/>
            <a:ext cx="2504323" cy="646331"/>
          </a:xfrm>
          <a:prstGeom prst="rect">
            <a:avLst/>
          </a:prstGeom>
          <a:noFill/>
        </p:spPr>
        <p:txBody>
          <a:bodyPr wrap="square">
            <a:spAutoFit/>
          </a:bodyPr>
          <a:lstStyle/>
          <a:p>
            <a:r>
              <a:rPr lang="en-US" b="1" dirty="0">
                <a:solidFill>
                  <a:srgbClr val="FF0000"/>
                </a:solidFill>
              </a:rPr>
              <a:t>ROS errors often point to package.xml</a:t>
            </a:r>
          </a:p>
        </p:txBody>
      </p:sp>
    </p:spTree>
    <p:extLst>
      <p:ext uri="{BB962C8B-B14F-4D97-AF65-F5344CB8AC3E}">
        <p14:creationId xmlns:p14="http://schemas.microsoft.com/office/powerpoint/2010/main" val="437029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3DE3F-CB39-E76F-3C5A-D1C6ED6AAF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F0E17D-EA4F-488B-F777-7D778AB7DAD0}"/>
              </a:ext>
            </a:extLst>
          </p:cNvPr>
          <p:cNvSpPr>
            <a:spLocks noGrp="1"/>
          </p:cNvSpPr>
          <p:nvPr>
            <p:ph type="title"/>
          </p:nvPr>
        </p:nvSpPr>
        <p:spPr/>
        <p:txBody>
          <a:bodyPr/>
          <a:lstStyle/>
          <a:p>
            <a:r>
              <a:rPr lang="en-US" b="1" dirty="0"/>
              <a:t>Create 1</a:t>
            </a:r>
            <a:r>
              <a:rPr lang="en-US" b="1" baseline="30000" dirty="0"/>
              <a:t>st</a:t>
            </a:r>
            <a:r>
              <a:rPr lang="en-US" b="1" dirty="0"/>
              <a:t> ROS package</a:t>
            </a:r>
            <a:endParaRPr lang="en-US" dirty="0"/>
          </a:p>
        </p:txBody>
      </p:sp>
      <p:sp>
        <p:nvSpPr>
          <p:cNvPr id="3" name="Content Placeholder 2">
            <a:extLst>
              <a:ext uri="{FF2B5EF4-FFF2-40B4-BE49-F238E27FC236}">
                <a16:creationId xmlns:a16="http://schemas.microsoft.com/office/drawing/2014/main" id="{4E23168E-4035-7B0D-8865-0ACCB1721D95}"/>
              </a:ext>
            </a:extLst>
          </p:cNvPr>
          <p:cNvSpPr>
            <a:spLocks noGrp="1"/>
          </p:cNvSpPr>
          <p:nvPr>
            <p:ph idx="1"/>
          </p:nvPr>
        </p:nvSpPr>
        <p:spPr/>
        <p:txBody>
          <a:bodyPr/>
          <a:lstStyle/>
          <a:p>
            <a:pPr marL="0" indent="0">
              <a:buNone/>
            </a:pPr>
            <a:r>
              <a:rPr lang="en-US" b="1" dirty="0"/>
              <a:t>Step 4: Edit package.xml and setup.py</a:t>
            </a:r>
          </a:p>
          <a:p>
            <a:r>
              <a:rPr lang="en-US" b="1" dirty="0">
                <a:solidFill>
                  <a:srgbClr val="0070C0"/>
                </a:solidFill>
                <a:cs typeface="Courier New" panose="02070309020205020404" pitchFamily="49" charset="0"/>
              </a:rPr>
              <a:t>setup.py </a:t>
            </a:r>
            <a:r>
              <a:rPr lang="en-US" dirty="0">
                <a:cs typeface="Courier New" panose="02070309020205020404" pitchFamily="49" charset="0"/>
              </a:rPr>
              <a:t>tells Python and ROS2 how to install and execute your Python code as ROS 2 nodes</a:t>
            </a:r>
          </a:p>
          <a:p>
            <a:endParaRPr lang="en-US" dirty="0">
              <a:cs typeface="Courier New" panose="02070309020205020404" pitchFamily="49" charset="0"/>
            </a:endParaRPr>
          </a:p>
          <a:p>
            <a:endParaRPr lang="en-US" dirty="0">
              <a:cs typeface="Courier New" panose="02070309020205020404" pitchFamily="49" charset="0"/>
            </a:endParaRPr>
          </a:p>
          <a:p>
            <a:r>
              <a:rPr lang="en-US" dirty="0">
                <a:solidFill>
                  <a:srgbClr val="0070C0"/>
                </a:solidFill>
                <a:cs typeface="Courier New" panose="02070309020205020404" pitchFamily="49" charset="0"/>
              </a:rPr>
              <a:t>setup</a:t>
            </a:r>
            <a:r>
              <a:rPr lang="en-US" dirty="0">
                <a:cs typeface="Courier New" panose="02070309020205020404" pitchFamily="49" charset="0"/>
              </a:rPr>
              <a:t> – python standard library used to define how a Python package is built, installed, and organized</a:t>
            </a:r>
          </a:p>
          <a:p>
            <a:r>
              <a:rPr lang="en-US" dirty="0">
                <a:cs typeface="Courier New" panose="02070309020205020404" pitchFamily="49" charset="0"/>
              </a:rPr>
              <a:t>Key arguments of setup():</a:t>
            </a:r>
          </a:p>
          <a:p>
            <a:pPr lvl="1"/>
            <a:r>
              <a:rPr lang="en-US" dirty="0">
                <a:solidFill>
                  <a:srgbClr val="0070C0"/>
                </a:solidFill>
                <a:cs typeface="Courier New" panose="02070309020205020404" pitchFamily="49" charset="0"/>
              </a:rPr>
              <a:t>packages</a:t>
            </a:r>
            <a:r>
              <a:rPr lang="en-US" dirty="0">
                <a:cs typeface="Courier New" panose="02070309020205020404" pitchFamily="49" charset="0"/>
              </a:rPr>
              <a:t>  -  Lists the directories containing your code</a:t>
            </a:r>
          </a:p>
          <a:p>
            <a:pPr lvl="1"/>
            <a:r>
              <a:rPr lang="en-US" dirty="0" err="1">
                <a:solidFill>
                  <a:srgbClr val="0070C0"/>
                </a:solidFill>
                <a:cs typeface="Courier New" panose="02070309020205020404" pitchFamily="49" charset="0"/>
              </a:rPr>
              <a:t>data_files</a:t>
            </a:r>
            <a:r>
              <a:rPr lang="en-US" dirty="0">
                <a:solidFill>
                  <a:srgbClr val="0070C0"/>
                </a:solidFill>
                <a:cs typeface="Courier New" panose="02070309020205020404" pitchFamily="49" charset="0"/>
              </a:rPr>
              <a:t>  </a:t>
            </a:r>
            <a:r>
              <a:rPr lang="en-US" dirty="0">
                <a:cs typeface="Courier New" panose="02070309020205020404" pitchFamily="49" charset="0"/>
              </a:rPr>
              <a:t>-  Tells ROS where to put non-code files</a:t>
            </a:r>
          </a:p>
          <a:p>
            <a:pPr lvl="1"/>
            <a:r>
              <a:rPr lang="en-US" dirty="0" err="1">
                <a:solidFill>
                  <a:srgbClr val="0070C0"/>
                </a:solidFill>
                <a:cs typeface="Courier New" panose="02070309020205020404" pitchFamily="49" charset="0"/>
              </a:rPr>
              <a:t>install_requires</a:t>
            </a:r>
            <a:r>
              <a:rPr lang="en-US" dirty="0">
                <a:solidFill>
                  <a:srgbClr val="0070C0"/>
                </a:solidFill>
                <a:cs typeface="Courier New" panose="02070309020205020404" pitchFamily="49" charset="0"/>
              </a:rPr>
              <a:t>  </a:t>
            </a:r>
            <a:r>
              <a:rPr lang="en-US" dirty="0">
                <a:cs typeface="Courier New" panose="02070309020205020404" pitchFamily="49" charset="0"/>
              </a:rPr>
              <a:t>-  Lists non-ROS Python dependencies</a:t>
            </a:r>
          </a:p>
          <a:p>
            <a:pPr lvl="1"/>
            <a:r>
              <a:rPr lang="en-US" dirty="0" err="1">
                <a:solidFill>
                  <a:srgbClr val="0070C0"/>
                </a:solidFill>
                <a:cs typeface="Courier New" panose="02070309020205020404" pitchFamily="49" charset="0"/>
              </a:rPr>
              <a:t>entry_points</a:t>
            </a:r>
            <a:r>
              <a:rPr lang="en-US" dirty="0">
                <a:solidFill>
                  <a:srgbClr val="0070C0"/>
                </a:solidFill>
                <a:cs typeface="Courier New" panose="02070309020205020404" pitchFamily="49" charset="0"/>
              </a:rPr>
              <a:t>  </a:t>
            </a:r>
            <a:r>
              <a:rPr lang="en-US" dirty="0">
                <a:cs typeface="Courier New" panose="02070309020205020404" pitchFamily="49" charset="0"/>
              </a:rPr>
              <a:t>-  maps a “node name" to a specific "function" in your code</a:t>
            </a:r>
          </a:p>
          <a:p>
            <a:endParaRPr lang="en-US" dirty="0">
              <a:cs typeface="Courier New" panose="02070309020205020404" pitchFamily="49" charset="0"/>
            </a:endParaRPr>
          </a:p>
          <a:p>
            <a:endParaRPr lang="en-US" dirty="0">
              <a:cs typeface="Courier New" panose="02070309020205020404" pitchFamily="49" charset="0"/>
            </a:endParaRPr>
          </a:p>
          <a:p>
            <a:endParaRPr lang="en-US" dirty="0">
              <a:cs typeface="Courier New" panose="02070309020205020404" pitchFamily="49" charset="0"/>
            </a:endParaRPr>
          </a:p>
        </p:txBody>
      </p:sp>
      <p:sp>
        <p:nvSpPr>
          <p:cNvPr id="4" name="Slide Number Placeholder 3">
            <a:extLst>
              <a:ext uri="{FF2B5EF4-FFF2-40B4-BE49-F238E27FC236}">
                <a16:creationId xmlns:a16="http://schemas.microsoft.com/office/drawing/2014/main" id="{D90C57C6-08B4-752F-CAB3-6904AF974835}"/>
              </a:ext>
            </a:extLst>
          </p:cNvPr>
          <p:cNvSpPr>
            <a:spLocks noGrp="1"/>
          </p:cNvSpPr>
          <p:nvPr>
            <p:ph type="sldNum" sz="quarter" idx="12"/>
          </p:nvPr>
        </p:nvSpPr>
        <p:spPr/>
        <p:txBody>
          <a:bodyPr/>
          <a:lstStyle/>
          <a:p>
            <a:fld id="{3957FE44-DABC-424D-A234-74BB9410FF27}" type="slidenum">
              <a:rPr lang="en-US" smtClean="0"/>
              <a:pPr/>
              <a:t>22</a:t>
            </a:fld>
            <a:endParaRPr lang="en-US" dirty="0"/>
          </a:p>
        </p:txBody>
      </p:sp>
      <p:pic>
        <p:nvPicPr>
          <p:cNvPr id="6" name="Picture 5">
            <a:extLst>
              <a:ext uri="{FF2B5EF4-FFF2-40B4-BE49-F238E27FC236}">
                <a16:creationId xmlns:a16="http://schemas.microsoft.com/office/drawing/2014/main" id="{133D7A79-BC48-F5B6-3B3F-366285EFE7BA}"/>
              </a:ext>
            </a:extLst>
          </p:cNvPr>
          <p:cNvPicPr>
            <a:picLocks noChangeAspect="1"/>
          </p:cNvPicPr>
          <p:nvPr/>
        </p:nvPicPr>
        <p:blipFill>
          <a:blip r:embed="rId2"/>
          <a:stretch>
            <a:fillRect/>
          </a:stretch>
        </p:blipFill>
        <p:spPr>
          <a:xfrm>
            <a:off x="2317556" y="2971800"/>
            <a:ext cx="3778444" cy="723937"/>
          </a:xfrm>
          <a:prstGeom prst="rect">
            <a:avLst/>
          </a:prstGeom>
        </p:spPr>
      </p:pic>
    </p:spTree>
    <p:extLst>
      <p:ext uri="{BB962C8B-B14F-4D97-AF65-F5344CB8AC3E}">
        <p14:creationId xmlns:p14="http://schemas.microsoft.com/office/powerpoint/2010/main" val="16638073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6064E-8668-C5EB-CB38-8ED65C625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10D379-BF14-317B-69C2-4BB59F14DF73}"/>
              </a:ext>
            </a:extLst>
          </p:cNvPr>
          <p:cNvSpPr>
            <a:spLocks noGrp="1"/>
          </p:cNvSpPr>
          <p:nvPr>
            <p:ph type="title"/>
          </p:nvPr>
        </p:nvSpPr>
        <p:spPr/>
        <p:txBody>
          <a:bodyPr/>
          <a:lstStyle/>
          <a:p>
            <a:r>
              <a:rPr lang="en-US" b="1" dirty="0"/>
              <a:t>Create 1</a:t>
            </a:r>
            <a:r>
              <a:rPr lang="en-US" b="1" baseline="30000" dirty="0"/>
              <a:t>st</a:t>
            </a:r>
            <a:r>
              <a:rPr lang="en-US" b="1" dirty="0"/>
              <a:t> ROS package</a:t>
            </a:r>
            <a:endParaRPr lang="en-US" dirty="0"/>
          </a:p>
        </p:txBody>
      </p:sp>
      <p:sp>
        <p:nvSpPr>
          <p:cNvPr id="4" name="Slide Number Placeholder 3">
            <a:extLst>
              <a:ext uri="{FF2B5EF4-FFF2-40B4-BE49-F238E27FC236}">
                <a16:creationId xmlns:a16="http://schemas.microsoft.com/office/drawing/2014/main" id="{58BC4846-0F95-D190-E064-2200397D0037}"/>
              </a:ext>
            </a:extLst>
          </p:cNvPr>
          <p:cNvSpPr>
            <a:spLocks noGrp="1"/>
          </p:cNvSpPr>
          <p:nvPr>
            <p:ph type="sldNum" sz="quarter" idx="12"/>
          </p:nvPr>
        </p:nvSpPr>
        <p:spPr/>
        <p:txBody>
          <a:bodyPr/>
          <a:lstStyle/>
          <a:p>
            <a:fld id="{3957FE44-DABC-424D-A234-74BB9410FF27}" type="slidenum">
              <a:rPr lang="en-US" smtClean="0"/>
              <a:pPr/>
              <a:t>23</a:t>
            </a:fld>
            <a:endParaRPr lang="en-US" dirty="0"/>
          </a:p>
        </p:txBody>
      </p:sp>
      <p:pic>
        <p:nvPicPr>
          <p:cNvPr id="9" name="Picture 8">
            <a:extLst>
              <a:ext uri="{FF2B5EF4-FFF2-40B4-BE49-F238E27FC236}">
                <a16:creationId xmlns:a16="http://schemas.microsoft.com/office/drawing/2014/main" id="{7482B02F-3912-E627-1D8D-A19DE1D990B1}"/>
              </a:ext>
            </a:extLst>
          </p:cNvPr>
          <p:cNvPicPr>
            <a:picLocks noChangeAspect="1"/>
          </p:cNvPicPr>
          <p:nvPr/>
        </p:nvPicPr>
        <p:blipFill>
          <a:blip r:embed="rId2"/>
          <a:stretch>
            <a:fillRect/>
          </a:stretch>
        </p:blipFill>
        <p:spPr>
          <a:xfrm>
            <a:off x="1981200" y="1442152"/>
            <a:ext cx="8388781" cy="5143764"/>
          </a:xfrm>
          <a:prstGeom prst="rect">
            <a:avLst/>
          </a:prstGeom>
        </p:spPr>
      </p:pic>
    </p:spTree>
    <p:extLst>
      <p:ext uri="{BB962C8B-B14F-4D97-AF65-F5344CB8AC3E}">
        <p14:creationId xmlns:p14="http://schemas.microsoft.com/office/powerpoint/2010/main" val="2458347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3308A-D8BE-3910-5B2D-00D33F35BA2D}"/>
              </a:ext>
            </a:extLst>
          </p:cNvPr>
          <p:cNvSpPr>
            <a:spLocks noGrp="1"/>
          </p:cNvSpPr>
          <p:nvPr>
            <p:ph type="title"/>
          </p:nvPr>
        </p:nvSpPr>
        <p:spPr/>
        <p:txBody>
          <a:bodyPr/>
          <a:lstStyle/>
          <a:p>
            <a:r>
              <a:rPr lang="en-US" b="1" dirty="0"/>
              <a:t>Create 1</a:t>
            </a:r>
            <a:r>
              <a:rPr lang="en-US" b="1" baseline="30000" dirty="0"/>
              <a:t>st</a:t>
            </a:r>
            <a:r>
              <a:rPr lang="en-US" b="1" dirty="0"/>
              <a:t> ROS package</a:t>
            </a:r>
            <a:endParaRPr lang="en-US" dirty="0"/>
          </a:p>
        </p:txBody>
      </p:sp>
      <p:sp>
        <p:nvSpPr>
          <p:cNvPr id="3" name="Content Placeholder 2">
            <a:extLst>
              <a:ext uri="{FF2B5EF4-FFF2-40B4-BE49-F238E27FC236}">
                <a16:creationId xmlns:a16="http://schemas.microsoft.com/office/drawing/2014/main" id="{72E50352-BF9E-9DD6-FDAB-6CF064C61D35}"/>
              </a:ext>
            </a:extLst>
          </p:cNvPr>
          <p:cNvSpPr>
            <a:spLocks noGrp="1"/>
          </p:cNvSpPr>
          <p:nvPr>
            <p:ph idx="1"/>
          </p:nvPr>
        </p:nvSpPr>
        <p:spPr/>
        <p:txBody>
          <a:bodyPr/>
          <a:lstStyle/>
          <a:p>
            <a:r>
              <a:rPr lang="en-US" dirty="0"/>
              <a:t>One ROS2 package can contain many nodes</a:t>
            </a:r>
          </a:p>
          <a:p>
            <a:endParaRPr lang="en-US" dirty="0"/>
          </a:p>
          <a:p>
            <a:endParaRPr lang="en-US" dirty="0"/>
          </a:p>
          <a:p>
            <a:endParaRPr lang="en-US" dirty="0"/>
          </a:p>
          <a:p>
            <a:endParaRPr lang="en-US" dirty="0"/>
          </a:p>
          <a:p>
            <a:endParaRPr lang="en-US" dirty="0"/>
          </a:p>
          <a:p>
            <a:endParaRPr lang="en-US" dirty="0"/>
          </a:p>
          <a:p>
            <a:endParaRPr lang="en-US" dirty="0"/>
          </a:p>
          <a:p>
            <a:r>
              <a:rPr lang="en-US" dirty="0"/>
              <a:t>Run them independently:</a:t>
            </a:r>
          </a:p>
          <a:p>
            <a:pPr marL="0" indent="0">
              <a:buNone/>
            </a:pPr>
            <a:r>
              <a:rPr lang="en-US" dirty="0">
                <a:latin typeface="Courier New" panose="02070309020205020404" pitchFamily="49" charset="0"/>
                <a:cs typeface="Courier New" panose="02070309020205020404" pitchFamily="49" charset="0"/>
              </a:rPr>
              <a:t>      ros2 run </a:t>
            </a:r>
            <a:r>
              <a:rPr lang="en-US" dirty="0" err="1">
                <a:latin typeface="Courier New" panose="02070309020205020404" pitchFamily="49" charset="0"/>
                <a:cs typeface="Courier New" panose="02070309020205020404" pitchFamily="49" charset="0"/>
              </a:rPr>
              <a:t>camera_opencv</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camera_pub</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ros2 run </a:t>
            </a:r>
            <a:r>
              <a:rPr lang="en-US" dirty="0" err="1">
                <a:latin typeface="Courier New" panose="02070309020205020404" pitchFamily="49" charset="0"/>
                <a:cs typeface="Courier New" panose="02070309020205020404" pitchFamily="49" charset="0"/>
              </a:rPr>
              <a:t>camera_opencv</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camera_sub</a:t>
            </a:r>
            <a:endParaRPr lang="en-US"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E91E1EE1-7831-B03B-2414-91C50C4C3F0F}"/>
              </a:ext>
            </a:extLst>
          </p:cNvPr>
          <p:cNvSpPr>
            <a:spLocks noGrp="1"/>
          </p:cNvSpPr>
          <p:nvPr>
            <p:ph type="sldNum" sz="quarter" idx="12"/>
          </p:nvPr>
        </p:nvSpPr>
        <p:spPr/>
        <p:txBody>
          <a:bodyPr/>
          <a:lstStyle/>
          <a:p>
            <a:fld id="{3957FE44-DABC-424D-A234-74BB9410FF27}" type="slidenum">
              <a:rPr lang="en-US" smtClean="0"/>
              <a:pPr/>
              <a:t>24</a:t>
            </a:fld>
            <a:endParaRPr lang="en-US" dirty="0"/>
          </a:p>
        </p:txBody>
      </p:sp>
      <p:pic>
        <p:nvPicPr>
          <p:cNvPr id="6" name="Picture 5">
            <a:extLst>
              <a:ext uri="{FF2B5EF4-FFF2-40B4-BE49-F238E27FC236}">
                <a16:creationId xmlns:a16="http://schemas.microsoft.com/office/drawing/2014/main" id="{E48D4FA4-7A72-E9A0-E232-56EC28390BD0}"/>
              </a:ext>
            </a:extLst>
          </p:cNvPr>
          <p:cNvPicPr>
            <a:picLocks noChangeAspect="1"/>
          </p:cNvPicPr>
          <p:nvPr/>
        </p:nvPicPr>
        <p:blipFill>
          <a:blip r:embed="rId2"/>
          <a:stretch>
            <a:fillRect/>
          </a:stretch>
        </p:blipFill>
        <p:spPr>
          <a:xfrm>
            <a:off x="1066800" y="2286000"/>
            <a:ext cx="4220039" cy="2667000"/>
          </a:xfrm>
          <a:prstGeom prst="rect">
            <a:avLst/>
          </a:prstGeom>
        </p:spPr>
      </p:pic>
      <p:pic>
        <p:nvPicPr>
          <p:cNvPr id="8" name="Picture 7">
            <a:extLst>
              <a:ext uri="{FF2B5EF4-FFF2-40B4-BE49-F238E27FC236}">
                <a16:creationId xmlns:a16="http://schemas.microsoft.com/office/drawing/2014/main" id="{FD6FC0C8-AE9B-37DE-A86E-923E0D811388}"/>
              </a:ext>
            </a:extLst>
          </p:cNvPr>
          <p:cNvPicPr>
            <a:picLocks noChangeAspect="1"/>
          </p:cNvPicPr>
          <p:nvPr/>
        </p:nvPicPr>
        <p:blipFill>
          <a:blip r:embed="rId3"/>
          <a:stretch>
            <a:fillRect/>
          </a:stretch>
        </p:blipFill>
        <p:spPr>
          <a:xfrm>
            <a:off x="6138592" y="2615184"/>
            <a:ext cx="5920983" cy="2286000"/>
          </a:xfrm>
          <a:prstGeom prst="rect">
            <a:avLst/>
          </a:prstGeom>
        </p:spPr>
      </p:pic>
      <p:sp>
        <p:nvSpPr>
          <p:cNvPr id="9" name="Arrow: Right 8">
            <a:extLst>
              <a:ext uri="{FF2B5EF4-FFF2-40B4-BE49-F238E27FC236}">
                <a16:creationId xmlns:a16="http://schemas.microsoft.com/office/drawing/2014/main" id="{EDF36D94-3DAB-4DC1-CCD1-C09AA03F6695}"/>
              </a:ext>
            </a:extLst>
          </p:cNvPr>
          <p:cNvSpPr/>
          <p:nvPr/>
        </p:nvSpPr>
        <p:spPr>
          <a:xfrm>
            <a:off x="5410200" y="3505200"/>
            <a:ext cx="685800" cy="457200"/>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EC1DCCC-0B1B-1D6B-9359-B841A7EDB99F}"/>
              </a:ext>
            </a:extLst>
          </p:cNvPr>
          <p:cNvSpPr txBox="1"/>
          <p:nvPr/>
        </p:nvSpPr>
        <p:spPr>
          <a:xfrm>
            <a:off x="6174103" y="2140800"/>
            <a:ext cx="2817920" cy="369332"/>
          </a:xfrm>
          <a:prstGeom prst="rect">
            <a:avLst/>
          </a:prstGeom>
          <a:noFill/>
        </p:spPr>
        <p:txBody>
          <a:bodyPr wrap="square">
            <a:spAutoFit/>
          </a:bodyPr>
          <a:lstStyle/>
          <a:p>
            <a:r>
              <a:rPr lang="en-US" b="1" i="1" dirty="0">
                <a:solidFill>
                  <a:srgbClr val="0070C0"/>
                </a:solidFill>
              </a:rPr>
              <a:t>setup.py</a:t>
            </a:r>
          </a:p>
        </p:txBody>
      </p:sp>
    </p:spTree>
    <p:extLst>
      <p:ext uri="{BB962C8B-B14F-4D97-AF65-F5344CB8AC3E}">
        <p14:creationId xmlns:p14="http://schemas.microsoft.com/office/powerpoint/2010/main" val="3703114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54500-0A9E-BCCA-0D6B-58BEDABD4E01}"/>
              </a:ext>
            </a:extLst>
          </p:cNvPr>
          <p:cNvSpPr>
            <a:spLocks noGrp="1"/>
          </p:cNvSpPr>
          <p:nvPr>
            <p:ph type="title"/>
          </p:nvPr>
        </p:nvSpPr>
        <p:spPr/>
        <p:txBody>
          <a:bodyPr/>
          <a:lstStyle/>
          <a:p>
            <a:r>
              <a:rPr lang="en-US" b="1" dirty="0"/>
              <a:t>Create 1</a:t>
            </a:r>
            <a:r>
              <a:rPr lang="en-US" b="1" baseline="30000" dirty="0"/>
              <a:t>st</a:t>
            </a:r>
            <a:r>
              <a:rPr lang="en-US" b="1" dirty="0"/>
              <a:t> ROS package</a:t>
            </a:r>
            <a:endParaRPr lang="en-US" dirty="0"/>
          </a:p>
        </p:txBody>
      </p:sp>
      <p:sp>
        <p:nvSpPr>
          <p:cNvPr id="3" name="Content Placeholder 2">
            <a:extLst>
              <a:ext uri="{FF2B5EF4-FFF2-40B4-BE49-F238E27FC236}">
                <a16:creationId xmlns:a16="http://schemas.microsoft.com/office/drawing/2014/main" id="{596B91B3-959B-9E52-6EE3-9F632E5DE401}"/>
              </a:ext>
            </a:extLst>
          </p:cNvPr>
          <p:cNvSpPr>
            <a:spLocks noGrp="1"/>
          </p:cNvSpPr>
          <p:nvPr>
            <p:ph idx="1"/>
          </p:nvPr>
        </p:nvSpPr>
        <p:spPr/>
        <p:txBody>
          <a:bodyPr/>
          <a:lstStyle/>
          <a:p>
            <a:pPr marL="0" indent="0">
              <a:buNone/>
            </a:pPr>
            <a:r>
              <a:rPr lang="en-US" b="1" dirty="0"/>
              <a:t>Step 5: Build the package</a:t>
            </a:r>
          </a:p>
          <a:p>
            <a:pPr marL="0" indent="0">
              <a:buNone/>
            </a:pPr>
            <a:r>
              <a:rPr lang="en-US" b="1" dirty="0"/>
              <a:t>     Build command:</a:t>
            </a:r>
          </a:p>
          <a:p>
            <a:pPr marL="0" indent="0">
              <a:buNone/>
            </a:pPr>
            <a:r>
              <a:rPr lang="en-US" b="1" dirty="0"/>
              <a:t>           </a:t>
            </a:r>
            <a:r>
              <a:rPr lang="en-US" dirty="0" err="1">
                <a:latin typeface="Courier New" panose="02070309020205020404" pitchFamily="49" charset="0"/>
                <a:cs typeface="Courier New" panose="02070309020205020404" pitchFamily="49" charset="0"/>
              </a:rPr>
              <a:t>colcon</a:t>
            </a:r>
            <a:r>
              <a:rPr lang="en-US" dirty="0">
                <a:latin typeface="Courier New" panose="02070309020205020404" pitchFamily="49" charset="0"/>
                <a:cs typeface="Courier New" panose="02070309020205020404" pitchFamily="49" charset="0"/>
              </a:rPr>
              <a:t> build</a:t>
            </a:r>
          </a:p>
          <a:p>
            <a:pPr marL="0" indent="0">
              <a:buNone/>
            </a:pPr>
            <a:r>
              <a:rPr lang="en-US" dirty="0">
                <a:cs typeface="Courier New" panose="02070309020205020404" pitchFamily="49" charset="0"/>
              </a:rPr>
              <a:t>What actually happens:</a:t>
            </a:r>
          </a:p>
          <a:p>
            <a:r>
              <a:rPr lang="en-US" dirty="0">
                <a:cs typeface="Courier New" panose="02070309020205020404" pitchFamily="49" charset="0"/>
              </a:rPr>
              <a:t>ROS reads package.xml</a:t>
            </a:r>
          </a:p>
          <a:p>
            <a:r>
              <a:rPr lang="en-US" dirty="0">
                <a:cs typeface="Courier New" panose="02070309020205020404" pitchFamily="49" charset="0"/>
              </a:rPr>
              <a:t>Use </a:t>
            </a:r>
            <a:r>
              <a:rPr lang="en-US" dirty="0" err="1">
                <a:cs typeface="Courier New" panose="02070309020205020404" pitchFamily="49" charset="0"/>
              </a:rPr>
              <a:t>ament_python</a:t>
            </a:r>
            <a:r>
              <a:rPr lang="en-US" dirty="0">
                <a:cs typeface="Courier New" panose="02070309020205020404" pitchFamily="49" charset="0"/>
              </a:rPr>
              <a:t> to build your code</a:t>
            </a:r>
          </a:p>
          <a:p>
            <a:r>
              <a:rPr lang="en-US" dirty="0">
                <a:cs typeface="Courier New" panose="02070309020205020404" pitchFamily="49" charset="0"/>
              </a:rPr>
              <a:t>Hands control to Python </a:t>
            </a:r>
            <a:r>
              <a:rPr lang="en-US" dirty="0" err="1">
                <a:cs typeface="Courier New" panose="02070309020205020404" pitchFamily="49" charset="0"/>
              </a:rPr>
              <a:t>setuptools</a:t>
            </a:r>
            <a:endParaRPr lang="en-US" dirty="0">
              <a:cs typeface="Courier New" panose="02070309020205020404" pitchFamily="49" charset="0"/>
            </a:endParaRPr>
          </a:p>
          <a:p>
            <a:r>
              <a:rPr lang="en-US" dirty="0">
                <a:cs typeface="Courier New" panose="02070309020205020404" pitchFamily="49" charset="0"/>
              </a:rPr>
              <a:t>Run setup.py to installs your package, registers console scripts and places files in folder </a:t>
            </a:r>
            <a:r>
              <a:rPr lang="en-US" b="1" dirty="0">
                <a:cs typeface="Courier New" panose="02070309020205020404" pitchFamily="49" charset="0"/>
              </a:rPr>
              <a:t>install/</a:t>
            </a:r>
          </a:p>
        </p:txBody>
      </p:sp>
      <p:sp>
        <p:nvSpPr>
          <p:cNvPr id="4" name="Slide Number Placeholder 3">
            <a:extLst>
              <a:ext uri="{FF2B5EF4-FFF2-40B4-BE49-F238E27FC236}">
                <a16:creationId xmlns:a16="http://schemas.microsoft.com/office/drawing/2014/main" id="{E89D8FA8-B039-289E-6296-656ACBB8DD1C}"/>
              </a:ext>
            </a:extLst>
          </p:cNvPr>
          <p:cNvSpPr>
            <a:spLocks noGrp="1"/>
          </p:cNvSpPr>
          <p:nvPr>
            <p:ph type="sldNum" sz="quarter" idx="12"/>
          </p:nvPr>
        </p:nvSpPr>
        <p:spPr/>
        <p:txBody>
          <a:bodyPr/>
          <a:lstStyle/>
          <a:p>
            <a:fld id="{3957FE44-DABC-424D-A234-74BB9410FF27}" type="slidenum">
              <a:rPr lang="en-US" smtClean="0"/>
              <a:pPr/>
              <a:t>25</a:t>
            </a:fld>
            <a:endParaRPr lang="en-US" dirty="0"/>
          </a:p>
        </p:txBody>
      </p:sp>
    </p:spTree>
    <p:extLst>
      <p:ext uri="{BB962C8B-B14F-4D97-AF65-F5344CB8AC3E}">
        <p14:creationId xmlns:p14="http://schemas.microsoft.com/office/powerpoint/2010/main" val="539802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CC9FB-AC10-A193-427C-A3F287B60A16}"/>
              </a:ext>
            </a:extLst>
          </p:cNvPr>
          <p:cNvSpPr>
            <a:spLocks noGrp="1"/>
          </p:cNvSpPr>
          <p:nvPr>
            <p:ph type="title"/>
          </p:nvPr>
        </p:nvSpPr>
        <p:spPr/>
        <p:txBody>
          <a:bodyPr/>
          <a:lstStyle/>
          <a:p>
            <a:r>
              <a:rPr lang="en-US" b="1" dirty="0"/>
              <a:t>Create 1</a:t>
            </a:r>
            <a:r>
              <a:rPr lang="en-US" b="1" baseline="30000" dirty="0"/>
              <a:t>st</a:t>
            </a:r>
            <a:r>
              <a:rPr lang="en-US" b="1" dirty="0"/>
              <a:t> ROS package</a:t>
            </a:r>
            <a:endParaRPr lang="en-US" dirty="0"/>
          </a:p>
        </p:txBody>
      </p:sp>
      <p:sp>
        <p:nvSpPr>
          <p:cNvPr id="3" name="Content Placeholder 2">
            <a:extLst>
              <a:ext uri="{FF2B5EF4-FFF2-40B4-BE49-F238E27FC236}">
                <a16:creationId xmlns:a16="http://schemas.microsoft.com/office/drawing/2014/main" id="{70C9510F-0C9D-2933-3A08-296F57CB2B4A}"/>
              </a:ext>
            </a:extLst>
          </p:cNvPr>
          <p:cNvSpPr>
            <a:spLocks noGrp="1"/>
          </p:cNvSpPr>
          <p:nvPr>
            <p:ph idx="1"/>
          </p:nvPr>
        </p:nvSpPr>
        <p:spPr/>
        <p:txBody>
          <a:bodyPr/>
          <a:lstStyle/>
          <a:p>
            <a:r>
              <a:rPr lang="en-US" dirty="0"/>
              <a:t>Run the node</a:t>
            </a:r>
          </a:p>
          <a:p>
            <a:pPr marL="0" indent="0">
              <a:buNone/>
            </a:pPr>
            <a:r>
              <a:rPr lang="en-US" dirty="0"/>
              <a:t>         </a:t>
            </a:r>
            <a:r>
              <a:rPr lang="en-US" b="1" dirty="0">
                <a:solidFill>
                  <a:srgbClr val="0070C0"/>
                </a:solidFill>
                <a:latin typeface="Courier New" panose="02070309020205020404" pitchFamily="49" charset="0"/>
                <a:cs typeface="Courier New" panose="02070309020205020404" pitchFamily="49" charset="0"/>
              </a:rPr>
              <a:t>ros2 run </a:t>
            </a:r>
            <a:r>
              <a:rPr lang="en-US" b="1" dirty="0" err="1">
                <a:solidFill>
                  <a:srgbClr val="00B050"/>
                </a:solidFill>
                <a:latin typeface="Courier New" panose="02070309020205020404" pitchFamily="49" charset="0"/>
                <a:cs typeface="Courier New" panose="02070309020205020404" pitchFamily="49" charset="0"/>
              </a:rPr>
              <a:t>package_name</a:t>
            </a:r>
            <a:r>
              <a:rPr lang="en-US" b="1" dirty="0">
                <a:solidFill>
                  <a:srgbClr val="00B050"/>
                </a:solidFill>
                <a:latin typeface="Courier New" panose="02070309020205020404" pitchFamily="49" charset="0"/>
                <a:cs typeface="Courier New" panose="02070309020205020404" pitchFamily="49" charset="0"/>
              </a:rPr>
              <a:t> </a:t>
            </a:r>
            <a:r>
              <a:rPr lang="en-US" b="1" dirty="0" err="1">
                <a:solidFill>
                  <a:schemeClr val="tx2">
                    <a:lumMod val="75000"/>
                  </a:schemeClr>
                </a:solidFill>
                <a:latin typeface="Courier New" panose="02070309020205020404" pitchFamily="49" charset="0"/>
                <a:cs typeface="Courier New" panose="02070309020205020404" pitchFamily="49" charset="0"/>
              </a:rPr>
              <a:t>executable_name</a:t>
            </a:r>
            <a:endParaRPr lang="en-US" b="1" dirty="0">
              <a:solidFill>
                <a:schemeClr val="tx2">
                  <a:lumMod val="75000"/>
                </a:schemeClr>
              </a:solidFill>
              <a:latin typeface="Courier New" panose="02070309020205020404" pitchFamily="49" charset="0"/>
              <a:cs typeface="Courier New" panose="02070309020205020404" pitchFamily="49" charset="0"/>
            </a:endParaRPr>
          </a:p>
          <a:p>
            <a:pPr marL="0" indent="0">
              <a:buNone/>
            </a:pPr>
            <a:endParaRPr lang="en-US" b="1" dirty="0">
              <a:solidFill>
                <a:schemeClr val="tx2">
                  <a:lumMod val="75000"/>
                </a:schemeClr>
              </a:solidFill>
              <a:latin typeface="Courier New" panose="02070309020205020404" pitchFamily="49" charset="0"/>
              <a:cs typeface="Courier New" panose="02070309020205020404" pitchFamily="49" charset="0"/>
            </a:endParaRPr>
          </a:p>
          <a:p>
            <a:pPr marL="0" indent="0">
              <a:buNone/>
            </a:pPr>
            <a:r>
              <a:rPr lang="en-US" b="1" dirty="0">
                <a:solidFill>
                  <a:schemeClr val="tx2">
                    <a:lumMod val="75000"/>
                  </a:schemeClr>
                </a:solidFill>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e.g</a:t>
            </a:r>
            <a:r>
              <a:rPr lang="en-US" b="1"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ros2 run </a:t>
            </a:r>
            <a:r>
              <a:rPr lang="en-US" dirty="0" err="1">
                <a:latin typeface="Courier New" panose="02070309020205020404" pitchFamily="49" charset="0"/>
                <a:cs typeface="Courier New" panose="02070309020205020404" pitchFamily="49" charset="0"/>
              </a:rPr>
              <a:t>camera_opencv</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camera_publisher</a:t>
            </a:r>
            <a:endParaRPr lang="en-US" dirty="0">
              <a:latin typeface="Courier New" panose="02070309020205020404" pitchFamily="49" charset="0"/>
              <a:cs typeface="Courier New" panose="02070309020205020404" pitchFamily="49" charset="0"/>
            </a:endParaRPr>
          </a:p>
          <a:p>
            <a:pPr marL="0" indent="0">
              <a:buNone/>
            </a:pPr>
            <a:endParaRPr lang="en-US" b="1"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F557A4EB-EF90-8814-B6C2-B15F06168B07}"/>
              </a:ext>
            </a:extLst>
          </p:cNvPr>
          <p:cNvSpPr>
            <a:spLocks noGrp="1"/>
          </p:cNvSpPr>
          <p:nvPr>
            <p:ph type="sldNum" sz="quarter" idx="12"/>
          </p:nvPr>
        </p:nvSpPr>
        <p:spPr/>
        <p:txBody>
          <a:bodyPr/>
          <a:lstStyle/>
          <a:p>
            <a:fld id="{3957FE44-DABC-424D-A234-74BB9410FF27}" type="slidenum">
              <a:rPr lang="en-US" smtClean="0"/>
              <a:pPr/>
              <a:t>26</a:t>
            </a:fld>
            <a:endParaRPr lang="en-US" dirty="0"/>
          </a:p>
        </p:txBody>
      </p:sp>
    </p:spTree>
    <p:extLst>
      <p:ext uri="{BB962C8B-B14F-4D97-AF65-F5344CB8AC3E}">
        <p14:creationId xmlns:p14="http://schemas.microsoft.com/office/powerpoint/2010/main" val="29467916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512D1-1737-0EC4-59EE-0FDE5F9A2BBB}"/>
              </a:ext>
            </a:extLst>
          </p:cNvPr>
          <p:cNvSpPr>
            <a:spLocks noGrp="1"/>
          </p:cNvSpPr>
          <p:nvPr>
            <p:ph type="title"/>
          </p:nvPr>
        </p:nvSpPr>
        <p:spPr/>
        <p:txBody>
          <a:bodyPr/>
          <a:lstStyle/>
          <a:p>
            <a:r>
              <a:rPr lang="en-US" dirty="0" err="1"/>
              <a:t>Excercise</a:t>
            </a:r>
            <a:endParaRPr lang="en-US" dirty="0"/>
          </a:p>
        </p:txBody>
      </p:sp>
      <p:sp>
        <p:nvSpPr>
          <p:cNvPr id="3" name="Content Placeholder 2">
            <a:extLst>
              <a:ext uri="{FF2B5EF4-FFF2-40B4-BE49-F238E27FC236}">
                <a16:creationId xmlns:a16="http://schemas.microsoft.com/office/drawing/2014/main" id="{829B19A0-3D96-0EE8-4A76-CBB677044DFF}"/>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1EDC1AD2-3D3D-E02A-A532-659D35A7DB29}"/>
              </a:ext>
            </a:extLst>
          </p:cNvPr>
          <p:cNvSpPr>
            <a:spLocks noGrp="1"/>
          </p:cNvSpPr>
          <p:nvPr>
            <p:ph type="sldNum" sz="quarter" idx="12"/>
          </p:nvPr>
        </p:nvSpPr>
        <p:spPr/>
        <p:txBody>
          <a:bodyPr/>
          <a:lstStyle/>
          <a:p>
            <a:fld id="{3957FE44-DABC-424D-A234-74BB9410FF27}" type="slidenum">
              <a:rPr lang="en-US" smtClean="0"/>
              <a:pPr/>
              <a:t>27</a:t>
            </a:fld>
            <a:endParaRPr lang="en-US" dirty="0"/>
          </a:p>
        </p:txBody>
      </p:sp>
    </p:spTree>
    <p:extLst>
      <p:ext uri="{BB962C8B-B14F-4D97-AF65-F5344CB8AC3E}">
        <p14:creationId xmlns:p14="http://schemas.microsoft.com/office/powerpoint/2010/main" val="18728404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5622</TotalTime>
  <Words>1632</Words>
  <Application>Microsoft Office PowerPoint</Application>
  <PresentationFormat>Widescreen</PresentationFormat>
  <Paragraphs>249</Paragraphs>
  <Slides>27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Courier New</vt:lpstr>
      <vt:lpstr>LiberationSerif</vt:lpstr>
      <vt:lpstr>Wingdings</vt:lpstr>
      <vt:lpstr>Clarity</vt:lpstr>
      <vt:lpstr>  Robot Operating system Basics of ROS</vt:lpstr>
      <vt:lpstr>Introduction</vt:lpstr>
      <vt:lpstr>Introduction</vt:lpstr>
      <vt:lpstr>Introduction</vt:lpstr>
      <vt:lpstr>ROS philosophy</vt:lpstr>
      <vt:lpstr>Introduction</vt:lpstr>
      <vt:lpstr>ROS2 Architecture</vt:lpstr>
      <vt:lpstr>ROS Build System</vt:lpstr>
      <vt:lpstr>ROS Workspace</vt:lpstr>
      <vt:lpstr>ROS Package</vt:lpstr>
      <vt:lpstr>Create 1st ROS package</vt:lpstr>
      <vt:lpstr>Create 1st ROS package</vt:lpstr>
      <vt:lpstr>Create 1st ROS package</vt:lpstr>
      <vt:lpstr>ROS2 Dependencies</vt:lpstr>
      <vt:lpstr>ROS2 Dependencies</vt:lpstr>
      <vt:lpstr>ROS2 Dependencies</vt:lpstr>
      <vt:lpstr>Create 1st ROS package</vt:lpstr>
      <vt:lpstr>Create 1st ROS package</vt:lpstr>
      <vt:lpstr>Create 1st ROS package</vt:lpstr>
      <vt:lpstr>Create 1st ROS package</vt:lpstr>
      <vt:lpstr>Create 1st ROS package</vt:lpstr>
      <vt:lpstr>Create 1st ROS package</vt:lpstr>
      <vt:lpstr>Create 1st ROS package</vt:lpstr>
      <vt:lpstr>Create 1st ROS package</vt:lpstr>
      <vt:lpstr>Create 1st ROS package</vt:lpstr>
      <vt:lpstr>Create 1st ROS package</vt:lpstr>
      <vt:lpstr>Excercise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Thực tập vi điều khiển</dc:title>
  <dc:creator>haduc</dc:creator>
  <cp:lastModifiedBy>duc b</cp:lastModifiedBy>
  <cp:revision>613</cp:revision>
  <dcterms:created xsi:type="dcterms:W3CDTF">2015-08-30T01:38:28Z</dcterms:created>
  <dcterms:modified xsi:type="dcterms:W3CDTF">2026-01-31T04:39:46Z</dcterms:modified>
</cp:coreProperties>
</file>