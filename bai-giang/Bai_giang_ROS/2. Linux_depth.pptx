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2.xml" ContentType="application/vnd.openxmlformats-officedocument.drawingml.diagramLayout+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_rels/notesSlide54.xml.rels" ContentType="application/vnd.openxmlformats-package.relationships+xml"/>
  <Override PartName="/ppt/notesSlides/_rels/notesSlide50.xml.rels" ContentType="application/vnd.openxmlformats-package.relationships+xml"/>
  <Override PartName="/ppt/notesSlides/_rels/notesSlide43.xml.rels" ContentType="application/vnd.openxmlformats-package.relationships+xml"/>
  <Override PartName="/ppt/notesSlides/_rels/notesSlide45.xml.rels" ContentType="application/vnd.openxmlformats-package.relationships+xml"/>
  <Override PartName="/ppt/notesSlides/_rels/notesSlide32.xml.rels" ContentType="application/vnd.openxmlformats-package.relationships+xml"/>
  <Override PartName="/ppt/notesSlides/_rels/notesSlide25.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44.xml.rels" ContentType="application/vnd.openxmlformats-package.relationships+xml"/>
  <Override PartName="/ppt/notesSlides/_rels/notesSlide2.xml.rels" ContentType="application/vnd.openxmlformats-package.relationships+xml"/>
  <Override PartName="/ppt/notesSlides/notesSlide2.xml" ContentType="application/vnd.openxmlformats-officedocument.presentationml.notesSlide+xml"/>
  <Override PartName="/ppt/notesSlides/notesSlide32.xml" ContentType="application/vnd.openxmlformats-officedocument.presentationml.notesSlide+xml"/>
  <Override PartName="/ppt/notesSlides/notesSlide44.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45.xml" ContentType="application/vnd.openxmlformats-officedocument.presentationml.notesSlide+xml"/>
  <Override PartName="/ppt/notesSlides/notesSlide50.xml" ContentType="application/vnd.openxmlformats-officedocument.presentationml.notesSlide+xml"/>
  <Override PartName="/ppt/notesSlides/notesSlide54.xml" ContentType="application/vnd.openxmlformats-officedocument.presentationml.notesSlide+xml"/>
  <Override PartName="/ppt/_rels/presentation.xml.rels" ContentType="application/vnd.openxmlformats-package.relationships+xml"/>
  <Override PartName="/ppt/slideLayouts/_rels/slideLayout19.xml.rels" ContentType="application/vnd.openxmlformats-package.relationships+xml"/>
  <Override PartName="/ppt/slideLayouts/_rels/slideLayout13.xml.rels" ContentType="application/vnd.openxmlformats-package.relationships+xml"/>
  <Override PartName="/ppt/slideLayouts/_rels/slideLayout23.xml.rels" ContentType="application/vnd.openxmlformats-package.relationships+xml"/>
  <Override PartName="/ppt/slideLayouts/_rels/slideLayout30.xml.rels" ContentType="application/vnd.openxmlformats-package.relationships+xml"/>
  <Override PartName="/ppt/slideLayouts/_rels/slideLayout14.xml.rels" ContentType="application/vnd.openxmlformats-package.relationships+xml"/>
  <Override PartName="/ppt/slideLayouts/_rels/slideLayout29.xml.rels" ContentType="application/vnd.openxmlformats-package.relationships+xml"/>
  <Override PartName="/ppt/slideLayouts/_rels/slideLayout10.xml.rels" ContentType="application/vnd.openxmlformats-package.relationships+xml"/>
  <Override PartName="/ppt/slideLayouts/_rels/slideLayout25.xml.rels" ContentType="application/vnd.openxmlformats-package.relationships+xml"/>
  <Override PartName="/ppt/slideLayouts/_rels/slideLayout16.xml.rels" ContentType="application/vnd.openxmlformats-package.relationships+xml"/>
  <Override PartName="/ppt/slideLayouts/_rels/slideLayout32.xml.rels" ContentType="application/vnd.openxmlformats-package.relationships+xml"/>
  <Override PartName="/ppt/slideLayouts/_rels/slideLayout34.xml.rels" ContentType="application/vnd.openxmlformats-package.relationships+xml"/>
  <Override PartName="/ppt/slideLayouts/_rels/slideLayout20.xml.rels" ContentType="application/vnd.openxmlformats-package.relationships+xml"/>
  <Override PartName="/ppt/slideLayouts/_rels/slideLayout35.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31.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22.xml.rels" ContentType="application/vnd.openxmlformats-package.relationships+xml"/>
  <Override PartName="/ppt/slideLayouts/_rels/slideLayout28.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6.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27.xml.rels" ContentType="application/vnd.openxmlformats-package.relationships+xml"/>
  <Override PartName="/ppt/slideLayouts/_rels/slideLayout5.xml.rels" ContentType="application/vnd.openxmlformats-package.relationships+xml"/>
  <Override PartName="/ppt/slideLayouts/_rels/slideLayout1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1.xml.rels" ContentType="application/vnd.openxmlformats-package.relationships+xml"/>
  <Override PartName="/ppt/slideLayouts/_rels/slideLayout26.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33.xml" ContentType="application/vnd.openxmlformats-officedocument.presentationml.slideLayout+xml"/>
  <Override PartName="/ppt/slideLayouts/slideLayout10.xml" ContentType="application/vnd.openxmlformats-officedocument.presentationml.slideLayout+xml"/>
  <Override PartName="/ppt/slideLayouts/slideLayout34.xml" ContentType="application/vnd.openxmlformats-officedocument.presentationml.slideLayout+xml"/>
  <Override PartName="/ppt/slideLayouts/slideLayout11.xml" ContentType="application/vnd.openxmlformats-officedocument.presentationml.slideLayout+xml"/>
  <Override PartName="/ppt/slideLayouts/slideLayout35.xml" ContentType="application/vnd.openxmlformats-officedocument.presentationml.slideLayout+xml"/>
  <Override PartName="/ppt/slideLayouts/slideLayout12.xml" ContentType="application/vnd.openxmlformats-officedocument.presentationml.slideLayout+xml"/>
  <Override PartName="/ppt/slideLayouts/slideLayout36.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slideLayouts/slideLayout24.xml" ContentType="application/vnd.openxmlformats-officedocument.presentationml.slideLayout+xml"/>
  <Override PartName="/ppt/slideLayouts/slideLayout4.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slideLayouts/slideLayout2.xml" ContentType="application/vnd.openxmlformats-officedocument.presentationml.slideLayout+xml"/>
  <Override PartName="/ppt/slideLayouts/slideLayout18.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media/image28.png" ContentType="image/png"/>
  <Override PartName="/ppt/media/image15.png" ContentType="image/png"/>
  <Override PartName="/ppt/media/image3.jpeg" ContentType="image/jpeg"/>
  <Override PartName="/ppt/media/image30.png" ContentType="image/png"/>
  <Override PartName="/ppt/media/image4.png" ContentType="image/png"/>
  <Override PartName="/ppt/media/image27.png" ContentType="image/png"/>
  <Override PartName="/ppt/media/image5.jpeg" ContentType="image/jpeg"/>
  <Override PartName="/ppt/media/image29.png" ContentType="image/png"/>
  <Override PartName="/ppt/media/image6.png" ContentType="image/png"/>
  <Override PartName="/ppt/media/image7.png" ContentType="image/png"/>
  <Override PartName="/ppt/media/image12.png" ContentType="image/png"/>
  <Override PartName="/ppt/media/image8.png" ContentType="image/png"/>
  <Override PartName="/ppt/media/image13.png" ContentType="image/png"/>
  <Override PartName="/ppt/media/image9.jpeg" ContentType="image/jpeg"/>
  <Override PartName="/ppt/media/image10.png" ContentType="image/png"/>
  <Override PartName="/ppt/media/image1.png" ContentType="image/png"/>
  <Override PartName="/ppt/media/image11.jpeg" ContentType="image/jpeg"/>
  <Override PartName="/ppt/media/image24.png" ContentType="image/png"/>
  <Override PartName="/ppt/media/image14.png" ContentType="image/png"/>
  <Override PartName="/ppt/media/image16.png" ContentType="image/png"/>
  <Override PartName="/ppt/media/image17.png" ContentType="image/png"/>
  <Override PartName="/ppt/media/image18.png" ContentType="image/png"/>
  <Override PartName="/ppt/media/image20.png" ContentType="image/png"/>
  <Override PartName="/ppt/media/image2.jpeg" ContentType="image/jpeg"/>
  <Override PartName="/ppt/media/image19.png" ContentType="image/png"/>
  <Override PartName="/ppt/media/image21.png" ContentType="image/png"/>
  <Override PartName="/ppt/media/image22.png" ContentType="image/png"/>
  <Override PartName="/ppt/media/image23.png" ContentType="image/png"/>
  <Override PartName="/ppt/media/image25.png" ContentType="image/png"/>
  <Override PartName="/ppt/media/image26.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40.xml" ContentType="application/vnd.openxmlformats-officedocument.presentationml.slide+xml"/>
  <Override PartName="/ppt/slides/slide6.xml" ContentType="application/vnd.openxmlformats-officedocument.presentationml.slide+xml"/>
  <Override PartName="/ppt/slides/slide41.xml" ContentType="application/vnd.openxmlformats-officedocument.presentationml.slide+xml"/>
  <Override PartName="/ppt/slides/slide7.xml" ContentType="application/vnd.openxmlformats-officedocument.presentationml.slide+xml"/>
  <Override PartName="/ppt/slides/slide42.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39.xml" ContentType="application/vnd.openxmlformats-officedocument.presentationml.slide+xml"/>
  <Override PartName="/ppt/slides/slide50.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_rels/slide10.xml.rels" ContentType="application/vnd.openxmlformats-package.relationships+xml"/>
  <Override PartName="/ppt/slides/_rels/slide32.xml.rels" ContentType="application/vnd.openxmlformats-package.relationships+xml"/>
  <Override PartName="/ppt/slides/_rels/slide16.xml.rels" ContentType="application/vnd.openxmlformats-package.relationships+xml"/>
  <Override PartName="/ppt/slides/_rels/slide25.xml.rels" ContentType="application/vnd.openxmlformats-package.relationships+xml"/>
  <Override PartName="/ppt/slides/_rels/slide47.xml.rels" ContentType="application/vnd.openxmlformats-package.relationships+xml"/>
  <Override PartName="/ppt/slides/_rels/slide54.xml.rels" ContentType="application/vnd.openxmlformats-package.relationships+xml"/>
  <Override PartName="/ppt/slides/_rels/slide4.xml.rels" ContentType="application/vnd.openxmlformats-package.relationships+xml"/>
  <Override PartName="/ppt/slides/_rels/slide8.xml.rels" ContentType="application/vnd.openxmlformats-package.relationships+xml"/>
  <Override PartName="/ppt/slides/_rels/slide43.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1.xml.rels" ContentType="application/vnd.openxmlformats-package.relationships+xml"/>
  <Override PartName="/ppt/slides/_rels/slide27.xml.rels" ContentType="application/vnd.openxmlformats-package.relationships+xml"/>
  <Override PartName="/ppt/slides/_rels/slide11.xml.rels" ContentType="application/vnd.openxmlformats-package.relationships+xml"/>
  <Override PartName="/ppt/slides/_rels/slide17.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44.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_rels/slide28.xml.rels" ContentType="application/vnd.openxmlformats-package.relationships+xml"/>
  <Override PartName="/ppt/slides/_rels/slide12.xml.rels" ContentType="application/vnd.openxmlformats-package.relationships+xml"/>
  <Override PartName="/ppt/slides/_rels/slide18.xml.rels" ContentType="application/vnd.openxmlformats-package.relationships+xml"/>
  <Override PartName="/ppt/slides/_rels/slide13.xml.rels" ContentType="application/vnd.openxmlformats-package.relationships+xml"/>
  <Override PartName="/ppt/slides/_rels/slide19.xml.rels" ContentType="application/vnd.openxmlformats-package.relationships+xml"/>
  <Override PartName="/ppt/slides/_rels/slide34.xml.rels" ContentType="application/vnd.openxmlformats-package.relationships+xml"/>
  <Override PartName="/ppt/slides/_rels/slide50.xml.rels" ContentType="application/vnd.openxmlformats-package.relationships+xml"/>
  <Override PartName="/ppt/slides/_rels/slide49.xml.rels" ContentType="application/vnd.openxmlformats-package.relationships+xml"/>
  <Override PartName="/ppt/slides/_rels/slide41.xml.rels" ContentType="application/vnd.openxmlformats-package.relationships+xml"/>
  <Override PartName="/ppt/slides/_rels/slide6.xml.rels" ContentType="application/vnd.openxmlformats-package.relationships+xml"/>
  <Override PartName="/ppt/slides/_rels/slide52.xml.rels" ContentType="application/vnd.openxmlformats-package.relationships+xml"/>
  <Override PartName="/ppt/slides/_rels/slide45.xml.rels" ContentType="application/vnd.openxmlformats-package.relationships+xml"/>
  <Override PartName="/ppt/slides/_rels/slide14.xml.rels" ContentType="application/vnd.openxmlformats-package.relationships+xml"/>
  <Override PartName="/ppt/slides/_rels/slide30.xml.rels" ContentType="application/vnd.openxmlformats-package.relationships+xml"/>
  <Override PartName="/ppt/slides/_rels/slide29.xml.rels" ContentType="application/vnd.openxmlformats-package.relationships+xml"/>
  <Override PartName="/ppt/slides/_rels/slide38.xml.rels" ContentType="application/vnd.openxmlformats-package.relationships+xml"/>
  <Override PartName="/ppt/slides/_rels/slide23.xml.rels" ContentType="application/vnd.openxmlformats-package.relationships+xml"/>
  <Override PartName="/ppt/slides/_rels/slide46.xml.rels" ContentType="application/vnd.openxmlformats-package.relationships+xml"/>
  <Override PartName="/ppt/slides/_rels/slide53.xml.rels" ContentType="application/vnd.openxmlformats-package.relationships+xml"/>
  <Override PartName="/ppt/slides/_rels/slide1.xml.rels" ContentType="application/vnd.openxmlformats-package.relationships+xml"/>
  <Override PartName="/ppt/slides/_rels/slide7.xml.rels" ContentType="application/vnd.openxmlformats-package.relationships+xml"/>
  <Override PartName="/ppt/slides/_rels/slide20.xml.rels" ContentType="application/vnd.openxmlformats-package.relationships+xml"/>
  <Override PartName="/ppt/slides/_rels/slide51.xml.rels" ContentType="application/vnd.openxmlformats-package.relationships+xml"/>
  <Override PartName="/ppt/slides/_rels/slide35.xml.rels" ContentType="application/vnd.openxmlformats-package.relationships+xml"/>
  <Override PartName="/ppt/slides/_rels/slide42.xml.rels" ContentType="application/vnd.openxmlformats-package.relationships+xml"/>
  <Override PartName="/ppt/slides/_rels/slide40.xml.rels" ContentType="application/vnd.openxmlformats-package.relationships+xml"/>
  <Override PartName="/ppt/slides/_rels/slide55.xml.rels" ContentType="application/vnd.openxmlformats-package.relationships+xml"/>
  <Override PartName="/ppt/slides/_rels/slide5.xml.rels" ContentType="application/vnd.openxmlformats-package.relationships+xml"/>
  <Override PartName="/ppt/slides/_rels/slide33.xml.rels" ContentType="application/vnd.openxmlformats-package.relationships+xml"/>
  <Override PartName="/ppt/slides/_rels/slide48.xml.rels" ContentType="application/vnd.openxmlformats-package.relationships+xml"/>
  <Override PartName="/ppt/slides/_rels/slide24.xml.rels" ContentType="application/vnd.openxmlformats-package.relationships+xml"/>
  <Override PartName="/ppt/slides/_rels/slide39.xml.rels" ContentType="application/vnd.openxmlformats-package.relationships+xml"/>
  <Override PartName="/ppt/slides/_rels/slide15.xml.rels" ContentType="application/vnd.openxmlformats-package.relationships+xml"/>
  <Override PartName="/ppt/slides/_rels/slide31.xml.rels" ContentType="application/vnd.openxmlformats-package.relationships+xml"/>
  <Override PartName="/ppt/slides/slide30.xml" ContentType="application/vnd.openxmlformats-officedocument.presentationml.slide+xml"/>
  <Override PartName="/ppt/slides/slide49.xml" ContentType="application/vnd.openxmlformats-officedocument.presentationml.slide+xml"/>
  <Override PartName="/ppt/slides/slide12.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9.xml" ContentType="application/vnd.openxmlformats-officedocument.presentationml.slide+xml"/>
  <Override PartName="/ppt/slides/slide44.xml" ContentType="application/vnd.openxmlformats-officedocument.presentationml.slide+xml"/>
  <Override PartName="/ppt/slides/slide8.xml" ContentType="application/vnd.openxmlformats-officedocument.presentationml.slide+xml"/>
  <Override PartName="/ppt/slides/slide43.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presProps" Target="presProps.xml"/>
</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17CF61B-3067-4A56-B95C-3B194B2E1EBC}" type="doc">
      <dgm:prSet loTypeId="urn:microsoft.com/office/officeart/2005/8/layout/process1" loCatId="process" qsTypeId="urn:microsoft.com/office/officeart/2005/8/quickstyle/simple1" qsCatId="simple" csTypeId="urn:microsoft.com/office/officeart/2005/8/colors/colorful1" csCatId="colorful" phldr="1"/>
      <dgm:spPr/>
    </dgm:pt>
    <dgm:pt modelId="{0227633B-DB69-40C6-9E7E-ECCABC42BCB3}">
      <dgm:prSet phldrT="[Text]"/>
      <dgm:spPr/>
      <dgm:t>
        <a:bodyPr/>
        <a:lstStyle/>
        <a:p>
          <a:r>
            <a:rPr lang="en-US" dirty="0"/>
            <a:t>Power ON</a:t>
          </a:r>
        </a:p>
      </dgm:t>
    </dgm:pt>
    <dgm:pt modelId="{DDEA2DF2-231F-4714-A4D6-F1C2EC47FB37}" type="parTrans" cxnId="{A296AC25-33C4-42D5-893A-7F6A9FCF1C81}">
      <dgm:prSet/>
      <dgm:spPr/>
      <dgm:t>
        <a:bodyPr/>
        <a:lstStyle/>
        <a:p>
          <a:endParaRPr lang="en-US"/>
        </a:p>
      </dgm:t>
    </dgm:pt>
    <dgm:pt modelId="{4A2AAE07-4D1F-402D-81BE-7658FA400D2A}" type="sibTrans" cxnId="{A296AC25-33C4-42D5-893A-7F6A9FCF1C81}">
      <dgm:prSet/>
      <dgm:spPr/>
      <dgm:t>
        <a:bodyPr/>
        <a:lstStyle/>
        <a:p>
          <a:endParaRPr lang="en-US"/>
        </a:p>
      </dgm:t>
    </dgm:pt>
    <dgm:pt modelId="{9B47B03E-5AE1-47CA-810F-7F9636A74116}">
      <dgm:prSet phldrT="[Text]"/>
      <dgm:spPr/>
      <dgm:t>
        <a:bodyPr/>
        <a:lstStyle/>
        <a:p>
          <a:r>
            <a:rPr lang="en-US" dirty="0"/>
            <a:t>Bootloader</a:t>
          </a:r>
        </a:p>
      </dgm:t>
    </dgm:pt>
    <dgm:pt modelId="{496C8A8E-29F2-4439-AC49-F22040239023}" type="parTrans" cxnId="{F35BFD92-E4EE-49D2-A3BB-C85802658044}">
      <dgm:prSet/>
      <dgm:spPr/>
      <dgm:t>
        <a:bodyPr/>
        <a:lstStyle/>
        <a:p>
          <a:endParaRPr lang="en-US"/>
        </a:p>
      </dgm:t>
    </dgm:pt>
    <dgm:pt modelId="{4E22515B-6D05-419A-95A4-C915EB2FBDAD}" type="sibTrans" cxnId="{F35BFD92-E4EE-49D2-A3BB-C85802658044}">
      <dgm:prSet/>
      <dgm:spPr/>
      <dgm:t>
        <a:bodyPr/>
        <a:lstStyle/>
        <a:p>
          <a:endParaRPr lang="en-US"/>
        </a:p>
      </dgm:t>
    </dgm:pt>
    <dgm:pt modelId="{9BB91372-CA35-4A29-BC6E-A7A9720999C4}">
      <dgm:prSet phldrT="[Text]"/>
      <dgm:spPr/>
      <dgm:t>
        <a:bodyPr/>
        <a:lstStyle/>
        <a:p>
          <a:r>
            <a:rPr lang="en-US" dirty="0"/>
            <a:t>Kernel Init</a:t>
          </a:r>
        </a:p>
      </dgm:t>
    </dgm:pt>
    <dgm:pt modelId="{1F6194CD-4991-4E95-9185-034DCC4EFAF8}" type="parTrans" cxnId="{5A0A7B1E-755B-48B7-B959-BC927E4DAC91}">
      <dgm:prSet/>
      <dgm:spPr/>
      <dgm:t>
        <a:bodyPr/>
        <a:lstStyle/>
        <a:p>
          <a:endParaRPr lang="en-US"/>
        </a:p>
      </dgm:t>
    </dgm:pt>
    <dgm:pt modelId="{DDECE341-0291-4E30-AF43-FB1660B38EF9}" type="sibTrans" cxnId="{5A0A7B1E-755B-48B7-B959-BC927E4DAC91}">
      <dgm:prSet/>
      <dgm:spPr/>
      <dgm:t>
        <a:bodyPr/>
        <a:lstStyle/>
        <a:p>
          <a:endParaRPr lang="en-US"/>
        </a:p>
      </dgm:t>
    </dgm:pt>
    <dgm:pt modelId="{2A2040F5-1C05-43A5-9633-C9A208886840}">
      <dgm:prSet phldrT="[Text]"/>
      <dgm:spPr/>
      <dgm:t>
        <a:bodyPr/>
        <a:lstStyle/>
        <a:p>
          <a:r>
            <a:rPr lang="en-US" dirty="0"/>
            <a:t>Operating System</a:t>
          </a:r>
        </a:p>
      </dgm:t>
    </dgm:pt>
    <dgm:pt modelId="{DEB54B70-79A3-4F72-9B25-A5810FE12E6F}" type="parTrans" cxnId="{61DD1F40-CA3D-4186-957C-EC20E41B3FB1}">
      <dgm:prSet/>
      <dgm:spPr/>
      <dgm:t>
        <a:bodyPr/>
        <a:lstStyle/>
        <a:p>
          <a:endParaRPr lang="en-US"/>
        </a:p>
      </dgm:t>
    </dgm:pt>
    <dgm:pt modelId="{45C53EBA-12EB-4289-A1BC-DCF15809DB11}" type="sibTrans" cxnId="{61DD1F40-CA3D-4186-957C-EC20E41B3FB1}">
      <dgm:prSet/>
      <dgm:spPr/>
      <dgm:t>
        <a:bodyPr/>
        <a:lstStyle/>
        <a:p>
          <a:endParaRPr lang="en-US"/>
        </a:p>
      </dgm:t>
    </dgm:pt>
    <dgm:pt modelId="{00C14CFE-6081-43DD-83F7-DB076DBCE830}" type="pres">
      <dgm:prSet presAssocID="{D17CF61B-3067-4A56-B95C-3B194B2E1EBC}" presName="Name0" presStyleCnt="0">
        <dgm:presLayoutVars>
          <dgm:dir/>
          <dgm:resizeHandles val="exact"/>
        </dgm:presLayoutVars>
      </dgm:prSet>
      <dgm:spPr/>
    </dgm:pt>
    <dgm:pt modelId="{2E13F53C-7E7E-4E67-BB11-05A17CCB7D2A}" type="pres">
      <dgm:prSet presAssocID="{0227633B-DB69-40C6-9E7E-ECCABC42BCB3}" presName="node" presStyleLbl="node1" presStyleIdx="0" presStyleCnt="4">
        <dgm:presLayoutVars>
          <dgm:bulletEnabled val="1"/>
        </dgm:presLayoutVars>
      </dgm:prSet>
      <dgm:spPr/>
    </dgm:pt>
    <dgm:pt modelId="{2251B3B0-DA83-4230-9FB6-1F8BFE0271C2}" type="pres">
      <dgm:prSet presAssocID="{4A2AAE07-4D1F-402D-81BE-7658FA400D2A}" presName="sibTrans" presStyleLbl="sibTrans2D1" presStyleIdx="0" presStyleCnt="3"/>
      <dgm:spPr/>
    </dgm:pt>
    <dgm:pt modelId="{0018879E-0D75-4DDA-BC9C-70B8A7F651EB}" type="pres">
      <dgm:prSet presAssocID="{4A2AAE07-4D1F-402D-81BE-7658FA400D2A}" presName="connectorText" presStyleLbl="sibTrans2D1" presStyleIdx="0" presStyleCnt="3"/>
      <dgm:spPr/>
    </dgm:pt>
    <dgm:pt modelId="{12609B7F-D431-468B-8CD6-6BFCFD6F5FA1}" type="pres">
      <dgm:prSet presAssocID="{9B47B03E-5AE1-47CA-810F-7F9636A74116}" presName="node" presStyleLbl="node1" presStyleIdx="1" presStyleCnt="4">
        <dgm:presLayoutVars>
          <dgm:bulletEnabled val="1"/>
        </dgm:presLayoutVars>
      </dgm:prSet>
      <dgm:spPr/>
    </dgm:pt>
    <dgm:pt modelId="{9E07CA8E-3DA4-4E9E-9711-40D42919BC5D}" type="pres">
      <dgm:prSet presAssocID="{4E22515B-6D05-419A-95A4-C915EB2FBDAD}" presName="sibTrans" presStyleLbl="sibTrans2D1" presStyleIdx="1" presStyleCnt="3"/>
      <dgm:spPr/>
    </dgm:pt>
    <dgm:pt modelId="{E03BD15E-289A-42E6-89CC-BAFF630D919A}" type="pres">
      <dgm:prSet presAssocID="{4E22515B-6D05-419A-95A4-C915EB2FBDAD}" presName="connectorText" presStyleLbl="sibTrans2D1" presStyleIdx="1" presStyleCnt="3"/>
      <dgm:spPr/>
    </dgm:pt>
    <dgm:pt modelId="{D7FEEDC7-7270-4562-928B-DC610EA44978}" type="pres">
      <dgm:prSet presAssocID="{9BB91372-CA35-4A29-BC6E-A7A9720999C4}" presName="node" presStyleLbl="node1" presStyleIdx="2" presStyleCnt="4">
        <dgm:presLayoutVars>
          <dgm:bulletEnabled val="1"/>
        </dgm:presLayoutVars>
      </dgm:prSet>
      <dgm:spPr/>
    </dgm:pt>
    <dgm:pt modelId="{8FD5EE01-F715-4A27-AEB9-09272E931ED3}" type="pres">
      <dgm:prSet presAssocID="{DDECE341-0291-4E30-AF43-FB1660B38EF9}" presName="sibTrans" presStyleLbl="sibTrans2D1" presStyleIdx="2" presStyleCnt="3"/>
      <dgm:spPr/>
    </dgm:pt>
    <dgm:pt modelId="{D1823F91-AFA3-495D-B3A5-A62202FC55A6}" type="pres">
      <dgm:prSet presAssocID="{DDECE341-0291-4E30-AF43-FB1660B38EF9}" presName="connectorText" presStyleLbl="sibTrans2D1" presStyleIdx="2" presStyleCnt="3"/>
      <dgm:spPr/>
    </dgm:pt>
    <dgm:pt modelId="{4696B54B-72D8-4E38-9E34-C7ECC3CE8DB5}" type="pres">
      <dgm:prSet presAssocID="{2A2040F5-1C05-43A5-9633-C9A208886840}" presName="node" presStyleLbl="node1" presStyleIdx="3" presStyleCnt="4">
        <dgm:presLayoutVars>
          <dgm:bulletEnabled val="1"/>
        </dgm:presLayoutVars>
      </dgm:prSet>
      <dgm:spPr/>
    </dgm:pt>
  </dgm:ptLst>
  <dgm:cxnLst>
    <dgm:cxn modelId="{5A0A7B1E-755B-48B7-B959-BC927E4DAC91}" srcId="{D17CF61B-3067-4A56-B95C-3B194B2E1EBC}" destId="{9BB91372-CA35-4A29-BC6E-A7A9720999C4}" srcOrd="2" destOrd="0" parTransId="{1F6194CD-4991-4E95-9185-034DCC4EFAF8}" sibTransId="{DDECE341-0291-4E30-AF43-FB1660B38EF9}"/>
    <dgm:cxn modelId="{A296AC25-33C4-42D5-893A-7F6A9FCF1C81}" srcId="{D17CF61B-3067-4A56-B95C-3B194B2E1EBC}" destId="{0227633B-DB69-40C6-9E7E-ECCABC42BCB3}" srcOrd="0" destOrd="0" parTransId="{DDEA2DF2-231F-4714-A4D6-F1C2EC47FB37}" sibTransId="{4A2AAE07-4D1F-402D-81BE-7658FA400D2A}"/>
    <dgm:cxn modelId="{EDA66C37-0B21-488A-8A91-3CE37372FBD7}" type="presOf" srcId="{9B47B03E-5AE1-47CA-810F-7F9636A74116}" destId="{12609B7F-D431-468B-8CD6-6BFCFD6F5FA1}" srcOrd="0" destOrd="0" presId="urn:microsoft.com/office/officeart/2005/8/layout/process1"/>
    <dgm:cxn modelId="{61DD1F40-CA3D-4186-957C-EC20E41B3FB1}" srcId="{D17CF61B-3067-4A56-B95C-3B194B2E1EBC}" destId="{2A2040F5-1C05-43A5-9633-C9A208886840}" srcOrd="3" destOrd="0" parTransId="{DEB54B70-79A3-4F72-9B25-A5810FE12E6F}" sibTransId="{45C53EBA-12EB-4289-A1BC-DCF15809DB11}"/>
    <dgm:cxn modelId="{4815005D-A9A2-4A21-84ED-6E68E1BB0B9F}" type="presOf" srcId="{D17CF61B-3067-4A56-B95C-3B194B2E1EBC}" destId="{00C14CFE-6081-43DD-83F7-DB076DBCE830}" srcOrd="0" destOrd="0" presId="urn:microsoft.com/office/officeart/2005/8/layout/process1"/>
    <dgm:cxn modelId="{AF731672-9B90-4549-B5D0-F32CC8A7D7BA}" type="presOf" srcId="{9BB91372-CA35-4A29-BC6E-A7A9720999C4}" destId="{D7FEEDC7-7270-4562-928B-DC610EA44978}" srcOrd="0" destOrd="0" presId="urn:microsoft.com/office/officeart/2005/8/layout/process1"/>
    <dgm:cxn modelId="{FF872B74-606E-4001-996B-390ACF39817E}" type="presOf" srcId="{DDECE341-0291-4E30-AF43-FB1660B38EF9}" destId="{D1823F91-AFA3-495D-B3A5-A62202FC55A6}" srcOrd="1" destOrd="0" presId="urn:microsoft.com/office/officeart/2005/8/layout/process1"/>
    <dgm:cxn modelId="{A43F8B74-2C93-42B6-9584-CDADAF0B9CCC}" type="presOf" srcId="{2A2040F5-1C05-43A5-9633-C9A208886840}" destId="{4696B54B-72D8-4E38-9E34-C7ECC3CE8DB5}" srcOrd="0" destOrd="0" presId="urn:microsoft.com/office/officeart/2005/8/layout/process1"/>
    <dgm:cxn modelId="{F35BFD92-E4EE-49D2-A3BB-C85802658044}" srcId="{D17CF61B-3067-4A56-B95C-3B194B2E1EBC}" destId="{9B47B03E-5AE1-47CA-810F-7F9636A74116}" srcOrd="1" destOrd="0" parTransId="{496C8A8E-29F2-4439-AC49-F22040239023}" sibTransId="{4E22515B-6D05-419A-95A4-C915EB2FBDAD}"/>
    <dgm:cxn modelId="{C1AA4597-081D-4CBF-8582-3B68E62597C1}" type="presOf" srcId="{4E22515B-6D05-419A-95A4-C915EB2FBDAD}" destId="{9E07CA8E-3DA4-4E9E-9711-40D42919BC5D}" srcOrd="0" destOrd="0" presId="urn:microsoft.com/office/officeart/2005/8/layout/process1"/>
    <dgm:cxn modelId="{CF9CB7B6-1DC5-4933-AE3B-8109DF31E75B}" type="presOf" srcId="{0227633B-DB69-40C6-9E7E-ECCABC42BCB3}" destId="{2E13F53C-7E7E-4E67-BB11-05A17CCB7D2A}" srcOrd="0" destOrd="0" presId="urn:microsoft.com/office/officeart/2005/8/layout/process1"/>
    <dgm:cxn modelId="{0BE70FD0-89B4-49AC-A503-2B594C32B48C}" type="presOf" srcId="{DDECE341-0291-4E30-AF43-FB1660B38EF9}" destId="{8FD5EE01-F715-4A27-AEB9-09272E931ED3}" srcOrd="0" destOrd="0" presId="urn:microsoft.com/office/officeart/2005/8/layout/process1"/>
    <dgm:cxn modelId="{238BF1D0-DB9B-4D14-B6B6-F1401645F2A6}" type="presOf" srcId="{4A2AAE07-4D1F-402D-81BE-7658FA400D2A}" destId="{2251B3B0-DA83-4230-9FB6-1F8BFE0271C2}" srcOrd="0" destOrd="0" presId="urn:microsoft.com/office/officeart/2005/8/layout/process1"/>
    <dgm:cxn modelId="{0B3249D9-F825-4AF2-B6E4-A282AC06DD44}" type="presOf" srcId="{4A2AAE07-4D1F-402D-81BE-7658FA400D2A}" destId="{0018879E-0D75-4DDA-BC9C-70B8A7F651EB}" srcOrd="1" destOrd="0" presId="urn:microsoft.com/office/officeart/2005/8/layout/process1"/>
    <dgm:cxn modelId="{54A4C4EC-BCB4-44A4-BE1F-A6E22177D5D2}" type="presOf" srcId="{4E22515B-6D05-419A-95A4-C915EB2FBDAD}" destId="{E03BD15E-289A-42E6-89CC-BAFF630D919A}" srcOrd="1" destOrd="0" presId="urn:microsoft.com/office/officeart/2005/8/layout/process1"/>
    <dgm:cxn modelId="{88FE99CE-9C79-4E9B-A510-731E894F190E}" type="presParOf" srcId="{00C14CFE-6081-43DD-83F7-DB076DBCE830}" destId="{2E13F53C-7E7E-4E67-BB11-05A17CCB7D2A}" srcOrd="0" destOrd="0" presId="urn:microsoft.com/office/officeart/2005/8/layout/process1"/>
    <dgm:cxn modelId="{29581C8A-808E-4A7C-B47B-2C3DFE1EA824}" type="presParOf" srcId="{00C14CFE-6081-43DD-83F7-DB076DBCE830}" destId="{2251B3B0-DA83-4230-9FB6-1F8BFE0271C2}" srcOrd="1" destOrd="0" presId="urn:microsoft.com/office/officeart/2005/8/layout/process1"/>
    <dgm:cxn modelId="{DFEE4EE3-8E37-457D-A4A9-3F5920BFA15E}" type="presParOf" srcId="{2251B3B0-DA83-4230-9FB6-1F8BFE0271C2}" destId="{0018879E-0D75-4DDA-BC9C-70B8A7F651EB}" srcOrd="0" destOrd="0" presId="urn:microsoft.com/office/officeart/2005/8/layout/process1"/>
    <dgm:cxn modelId="{D346AD83-4B3A-469D-98C8-A3C73CCA9B03}" type="presParOf" srcId="{00C14CFE-6081-43DD-83F7-DB076DBCE830}" destId="{12609B7F-D431-468B-8CD6-6BFCFD6F5FA1}" srcOrd="2" destOrd="0" presId="urn:microsoft.com/office/officeart/2005/8/layout/process1"/>
    <dgm:cxn modelId="{6C0FE3AA-2CD0-4609-BDED-093EF34B244D}" type="presParOf" srcId="{00C14CFE-6081-43DD-83F7-DB076DBCE830}" destId="{9E07CA8E-3DA4-4E9E-9711-40D42919BC5D}" srcOrd="3" destOrd="0" presId="urn:microsoft.com/office/officeart/2005/8/layout/process1"/>
    <dgm:cxn modelId="{905B4DDF-42A3-4A02-B9DE-D13FF0F992D6}" type="presParOf" srcId="{9E07CA8E-3DA4-4E9E-9711-40D42919BC5D}" destId="{E03BD15E-289A-42E6-89CC-BAFF630D919A}" srcOrd="0" destOrd="0" presId="urn:microsoft.com/office/officeart/2005/8/layout/process1"/>
    <dgm:cxn modelId="{0D262F7F-D6A6-40D0-949E-5EA2EBA51ED9}" type="presParOf" srcId="{00C14CFE-6081-43DD-83F7-DB076DBCE830}" destId="{D7FEEDC7-7270-4562-928B-DC610EA44978}" srcOrd="4" destOrd="0" presId="urn:microsoft.com/office/officeart/2005/8/layout/process1"/>
    <dgm:cxn modelId="{14242339-409B-40E4-8518-8A959D9C2D4F}" type="presParOf" srcId="{00C14CFE-6081-43DD-83F7-DB076DBCE830}" destId="{8FD5EE01-F715-4A27-AEB9-09272E931ED3}" srcOrd="5" destOrd="0" presId="urn:microsoft.com/office/officeart/2005/8/layout/process1"/>
    <dgm:cxn modelId="{84B68A60-A6C9-435A-B9D1-20DA9E12FEBE}" type="presParOf" srcId="{8FD5EE01-F715-4A27-AEB9-09272E931ED3}" destId="{D1823F91-AFA3-495D-B3A5-A62202FC55A6}" srcOrd="0" destOrd="0" presId="urn:microsoft.com/office/officeart/2005/8/layout/process1"/>
    <dgm:cxn modelId="{9B2259CA-D4D5-43EC-BC91-16E67E709757}" type="presParOf" srcId="{00C14CFE-6081-43DD-83F7-DB076DBCE830}" destId="{4696B54B-72D8-4E38-9E34-C7ECC3CE8DB5}" srcOrd="6" destOrd="0" presId="urn:microsoft.com/office/officeart/2005/8/layout/process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7E5C24B-F7E0-42D3-8FBA-AA3B856BC5C5}" type="doc">
      <dgm:prSet loTypeId="urn:microsoft.com/office/officeart/2005/8/layout/orgChart1" loCatId="hierarchy" qsTypeId="urn:microsoft.com/office/officeart/2005/8/quickstyle/simple1" qsCatId="simple" csTypeId="urn:microsoft.com/office/officeart/2005/8/colors/colorful3" csCatId="colorful" phldr="1"/>
      <dgm:spPr/>
      <dgm:t>
        <a:bodyPr/>
        <a:lstStyle/>
        <a:p>
          <a:endParaRPr lang="en-US"/>
        </a:p>
      </dgm:t>
    </dgm:pt>
    <dgm:pt modelId="{27686737-0C81-44CD-B5B2-9A0C8FFCA6A4}">
      <dgm:prSet phldrT="[Text]"/>
      <dgm:spPr/>
      <dgm:t>
        <a:bodyPr/>
        <a:lstStyle/>
        <a:p>
          <a:r>
            <a:rPr lang="en-US" dirty="0"/>
            <a:t>Linux</a:t>
          </a:r>
        </a:p>
      </dgm:t>
    </dgm:pt>
    <dgm:pt modelId="{14E59961-3800-42B2-B55D-DF4D1DDC7FE5}" type="parTrans" cxnId="{527FD888-71A4-4A15-9DE4-CF990CAA9B81}">
      <dgm:prSet/>
      <dgm:spPr/>
      <dgm:t>
        <a:bodyPr/>
        <a:lstStyle/>
        <a:p>
          <a:endParaRPr lang="en-US"/>
        </a:p>
      </dgm:t>
    </dgm:pt>
    <dgm:pt modelId="{FA2643B9-09DC-4680-BC90-98505E7EA3AA}" type="sibTrans" cxnId="{527FD888-71A4-4A15-9DE4-CF990CAA9B81}">
      <dgm:prSet/>
      <dgm:spPr/>
      <dgm:t>
        <a:bodyPr/>
        <a:lstStyle/>
        <a:p>
          <a:endParaRPr lang="en-US"/>
        </a:p>
      </dgm:t>
    </dgm:pt>
    <dgm:pt modelId="{EACF3D39-FCD6-41DA-BFCC-913E3DF76BDF}">
      <dgm:prSet phldrT="[Text]"/>
      <dgm:spPr/>
      <dgm:t>
        <a:bodyPr/>
        <a:lstStyle/>
        <a:p>
          <a:r>
            <a:rPr lang="en-US" dirty="0"/>
            <a:t>Graphic User Interface (GUI)</a:t>
          </a:r>
        </a:p>
      </dgm:t>
    </dgm:pt>
    <dgm:pt modelId="{B046E0EF-C84D-48F1-9B0D-8EA04372C431}" type="parTrans" cxnId="{335F1A5C-58B8-4BA8-924E-32B7BA1B9FB1}">
      <dgm:prSet/>
      <dgm:spPr/>
      <dgm:t>
        <a:bodyPr/>
        <a:lstStyle/>
        <a:p>
          <a:endParaRPr lang="en-US"/>
        </a:p>
      </dgm:t>
    </dgm:pt>
    <dgm:pt modelId="{19AA3745-6210-4726-BC2A-F492D5DEB744}" type="sibTrans" cxnId="{335F1A5C-58B8-4BA8-924E-32B7BA1B9FB1}">
      <dgm:prSet/>
      <dgm:spPr/>
      <dgm:t>
        <a:bodyPr/>
        <a:lstStyle/>
        <a:p>
          <a:endParaRPr lang="en-US"/>
        </a:p>
      </dgm:t>
    </dgm:pt>
    <dgm:pt modelId="{643EAFF1-C7B6-4EA1-9DA1-5188CF01E0CA}">
      <dgm:prSet phldrT="[Text]"/>
      <dgm:spPr>
        <a:solidFill>
          <a:schemeClr val="bg2">
            <a:lumMod val="50000"/>
          </a:schemeClr>
        </a:solidFill>
      </dgm:spPr>
      <dgm:t>
        <a:bodyPr/>
        <a:lstStyle/>
        <a:p>
          <a:r>
            <a:rPr lang="en-US" dirty="0"/>
            <a:t>Command Line Interface (CLI)</a:t>
          </a:r>
        </a:p>
      </dgm:t>
    </dgm:pt>
    <dgm:pt modelId="{F507F7D6-3D68-4B3E-A19A-95CE2E7BE72F}" type="parTrans" cxnId="{91282C91-F488-44F1-B554-5EB3454C5D6F}">
      <dgm:prSet/>
      <dgm:spPr/>
      <dgm:t>
        <a:bodyPr/>
        <a:lstStyle/>
        <a:p>
          <a:endParaRPr lang="en-US"/>
        </a:p>
      </dgm:t>
    </dgm:pt>
    <dgm:pt modelId="{3DE21B97-0FEE-408C-A24E-9CB84CA50343}" type="sibTrans" cxnId="{91282C91-F488-44F1-B554-5EB3454C5D6F}">
      <dgm:prSet/>
      <dgm:spPr/>
      <dgm:t>
        <a:bodyPr/>
        <a:lstStyle/>
        <a:p>
          <a:endParaRPr lang="en-US"/>
        </a:p>
      </dgm:t>
    </dgm:pt>
    <dgm:pt modelId="{8F4146F1-3E61-445C-AE81-125289A45E43}" type="pres">
      <dgm:prSet presAssocID="{D7E5C24B-F7E0-42D3-8FBA-AA3B856BC5C5}" presName="hierChild1" presStyleCnt="0">
        <dgm:presLayoutVars>
          <dgm:orgChart val="1"/>
          <dgm:chPref val="1"/>
          <dgm:dir/>
          <dgm:animOne val="branch"/>
          <dgm:animLvl val="lvl"/>
          <dgm:resizeHandles/>
        </dgm:presLayoutVars>
      </dgm:prSet>
      <dgm:spPr/>
    </dgm:pt>
    <dgm:pt modelId="{D1B117A6-CF8E-40D4-B8F0-AD8686BADC6D}" type="pres">
      <dgm:prSet presAssocID="{27686737-0C81-44CD-B5B2-9A0C8FFCA6A4}" presName="hierRoot1" presStyleCnt="0">
        <dgm:presLayoutVars>
          <dgm:hierBranch val="init"/>
        </dgm:presLayoutVars>
      </dgm:prSet>
      <dgm:spPr/>
    </dgm:pt>
    <dgm:pt modelId="{9BEDD823-8FE7-4324-B9ED-2ED5BD8AF398}" type="pres">
      <dgm:prSet presAssocID="{27686737-0C81-44CD-B5B2-9A0C8FFCA6A4}" presName="rootComposite1" presStyleCnt="0"/>
      <dgm:spPr/>
    </dgm:pt>
    <dgm:pt modelId="{82898170-8CD1-4156-9C5D-37DC937021FA}" type="pres">
      <dgm:prSet presAssocID="{27686737-0C81-44CD-B5B2-9A0C8FFCA6A4}" presName="rootText1" presStyleLbl="node0" presStyleIdx="0" presStyleCnt="1">
        <dgm:presLayoutVars>
          <dgm:chPref val="3"/>
        </dgm:presLayoutVars>
      </dgm:prSet>
      <dgm:spPr/>
    </dgm:pt>
    <dgm:pt modelId="{B68292A0-9AEC-448C-B4E1-C011D57C43D6}" type="pres">
      <dgm:prSet presAssocID="{27686737-0C81-44CD-B5B2-9A0C8FFCA6A4}" presName="rootConnector1" presStyleLbl="node1" presStyleIdx="0" presStyleCnt="0"/>
      <dgm:spPr/>
    </dgm:pt>
    <dgm:pt modelId="{81466390-481B-467F-A381-2A36F31F3B33}" type="pres">
      <dgm:prSet presAssocID="{27686737-0C81-44CD-B5B2-9A0C8FFCA6A4}" presName="hierChild2" presStyleCnt="0"/>
      <dgm:spPr/>
    </dgm:pt>
    <dgm:pt modelId="{DB9CCC1B-3731-4239-9D7B-DADC9661794C}" type="pres">
      <dgm:prSet presAssocID="{B046E0EF-C84D-48F1-9B0D-8EA04372C431}" presName="Name37" presStyleLbl="parChTrans1D2" presStyleIdx="0" presStyleCnt="2"/>
      <dgm:spPr/>
    </dgm:pt>
    <dgm:pt modelId="{464B2BB0-9FC1-432E-9E67-CC96927F0D44}" type="pres">
      <dgm:prSet presAssocID="{EACF3D39-FCD6-41DA-BFCC-913E3DF76BDF}" presName="hierRoot2" presStyleCnt="0">
        <dgm:presLayoutVars>
          <dgm:hierBranch val="init"/>
        </dgm:presLayoutVars>
      </dgm:prSet>
      <dgm:spPr/>
    </dgm:pt>
    <dgm:pt modelId="{9347A8F7-3302-4C9E-82B5-D0999D2BC8B0}" type="pres">
      <dgm:prSet presAssocID="{EACF3D39-FCD6-41DA-BFCC-913E3DF76BDF}" presName="rootComposite" presStyleCnt="0"/>
      <dgm:spPr/>
    </dgm:pt>
    <dgm:pt modelId="{754B55DB-709A-4789-B96D-4DD7AB5F20E3}" type="pres">
      <dgm:prSet presAssocID="{EACF3D39-FCD6-41DA-BFCC-913E3DF76BDF}" presName="rootText" presStyleLbl="node2" presStyleIdx="0" presStyleCnt="2" custLinFactNeighborX="-45746" custLinFactNeighborY="2906">
        <dgm:presLayoutVars>
          <dgm:chPref val="3"/>
        </dgm:presLayoutVars>
      </dgm:prSet>
      <dgm:spPr/>
    </dgm:pt>
    <dgm:pt modelId="{71BFAE95-BC6A-444C-B847-81125D5699B8}" type="pres">
      <dgm:prSet presAssocID="{EACF3D39-FCD6-41DA-BFCC-913E3DF76BDF}" presName="rootConnector" presStyleLbl="node2" presStyleIdx="0" presStyleCnt="2"/>
      <dgm:spPr/>
    </dgm:pt>
    <dgm:pt modelId="{9E664FCB-E498-4138-A0AA-16BCCCD89CBC}" type="pres">
      <dgm:prSet presAssocID="{EACF3D39-FCD6-41DA-BFCC-913E3DF76BDF}" presName="hierChild4" presStyleCnt="0"/>
      <dgm:spPr/>
    </dgm:pt>
    <dgm:pt modelId="{8ACDD4D0-21A2-4DEE-9D63-D4215EDB42B5}" type="pres">
      <dgm:prSet presAssocID="{EACF3D39-FCD6-41DA-BFCC-913E3DF76BDF}" presName="hierChild5" presStyleCnt="0"/>
      <dgm:spPr/>
    </dgm:pt>
    <dgm:pt modelId="{6537A20B-08EC-44C4-AE6E-B296487A375F}" type="pres">
      <dgm:prSet presAssocID="{F507F7D6-3D68-4B3E-A19A-95CE2E7BE72F}" presName="Name37" presStyleLbl="parChTrans1D2" presStyleIdx="1" presStyleCnt="2"/>
      <dgm:spPr/>
    </dgm:pt>
    <dgm:pt modelId="{1D6E5A31-090F-4871-80A3-596B99994BF8}" type="pres">
      <dgm:prSet presAssocID="{643EAFF1-C7B6-4EA1-9DA1-5188CF01E0CA}" presName="hierRoot2" presStyleCnt="0">
        <dgm:presLayoutVars>
          <dgm:hierBranch val="init"/>
        </dgm:presLayoutVars>
      </dgm:prSet>
      <dgm:spPr/>
    </dgm:pt>
    <dgm:pt modelId="{818AF240-C683-4665-8AF7-E9B789A41D3A}" type="pres">
      <dgm:prSet presAssocID="{643EAFF1-C7B6-4EA1-9DA1-5188CF01E0CA}" presName="rootComposite" presStyleCnt="0"/>
      <dgm:spPr/>
    </dgm:pt>
    <dgm:pt modelId="{27FF87B7-9EA5-4ED3-8BD2-268D5186C586}" type="pres">
      <dgm:prSet presAssocID="{643EAFF1-C7B6-4EA1-9DA1-5188CF01E0CA}" presName="rootText" presStyleLbl="node2" presStyleIdx="1" presStyleCnt="2" custLinFactNeighborX="44186" custLinFactNeighborY="2906">
        <dgm:presLayoutVars>
          <dgm:chPref val="3"/>
        </dgm:presLayoutVars>
      </dgm:prSet>
      <dgm:spPr/>
    </dgm:pt>
    <dgm:pt modelId="{F59268ED-5F81-419E-ACC2-DC8378DD7260}" type="pres">
      <dgm:prSet presAssocID="{643EAFF1-C7B6-4EA1-9DA1-5188CF01E0CA}" presName="rootConnector" presStyleLbl="node2" presStyleIdx="1" presStyleCnt="2"/>
      <dgm:spPr/>
    </dgm:pt>
    <dgm:pt modelId="{795C5F35-03EA-4CB3-865B-86A4373B5EFC}" type="pres">
      <dgm:prSet presAssocID="{643EAFF1-C7B6-4EA1-9DA1-5188CF01E0CA}" presName="hierChild4" presStyleCnt="0"/>
      <dgm:spPr/>
    </dgm:pt>
    <dgm:pt modelId="{FBFAB6EA-9F86-4235-9299-86E3112D139F}" type="pres">
      <dgm:prSet presAssocID="{643EAFF1-C7B6-4EA1-9DA1-5188CF01E0CA}" presName="hierChild5" presStyleCnt="0"/>
      <dgm:spPr/>
    </dgm:pt>
    <dgm:pt modelId="{EB7F59C2-D324-48B0-9EDB-B6F010A412CA}" type="pres">
      <dgm:prSet presAssocID="{27686737-0C81-44CD-B5B2-9A0C8FFCA6A4}" presName="hierChild3" presStyleCnt="0"/>
      <dgm:spPr/>
    </dgm:pt>
  </dgm:ptLst>
  <dgm:cxnLst>
    <dgm:cxn modelId="{AF4E4614-98DB-4DB3-803F-9B00875F4355}" type="presOf" srcId="{F507F7D6-3D68-4B3E-A19A-95CE2E7BE72F}" destId="{6537A20B-08EC-44C4-AE6E-B296487A375F}" srcOrd="0" destOrd="0" presId="urn:microsoft.com/office/officeart/2005/8/layout/orgChart1"/>
    <dgm:cxn modelId="{FAB6F422-DB1C-40E8-98C4-104255F459FD}" type="presOf" srcId="{27686737-0C81-44CD-B5B2-9A0C8FFCA6A4}" destId="{82898170-8CD1-4156-9C5D-37DC937021FA}" srcOrd="0" destOrd="0" presId="urn:microsoft.com/office/officeart/2005/8/layout/orgChart1"/>
    <dgm:cxn modelId="{335F1A5C-58B8-4BA8-924E-32B7BA1B9FB1}" srcId="{27686737-0C81-44CD-B5B2-9A0C8FFCA6A4}" destId="{EACF3D39-FCD6-41DA-BFCC-913E3DF76BDF}" srcOrd="0" destOrd="0" parTransId="{B046E0EF-C84D-48F1-9B0D-8EA04372C431}" sibTransId="{19AA3745-6210-4726-BC2A-F492D5DEB744}"/>
    <dgm:cxn modelId="{B2D7BB5E-2FF2-4148-B87F-9A31D44CCBDF}" type="presOf" srcId="{B046E0EF-C84D-48F1-9B0D-8EA04372C431}" destId="{DB9CCC1B-3731-4239-9D7B-DADC9661794C}" srcOrd="0" destOrd="0" presId="urn:microsoft.com/office/officeart/2005/8/layout/orgChart1"/>
    <dgm:cxn modelId="{A934C488-7CF7-45A3-A9D0-DC4E4CC3192F}" type="presOf" srcId="{D7E5C24B-F7E0-42D3-8FBA-AA3B856BC5C5}" destId="{8F4146F1-3E61-445C-AE81-125289A45E43}" srcOrd="0" destOrd="0" presId="urn:microsoft.com/office/officeart/2005/8/layout/orgChart1"/>
    <dgm:cxn modelId="{527FD888-71A4-4A15-9DE4-CF990CAA9B81}" srcId="{D7E5C24B-F7E0-42D3-8FBA-AA3B856BC5C5}" destId="{27686737-0C81-44CD-B5B2-9A0C8FFCA6A4}" srcOrd="0" destOrd="0" parTransId="{14E59961-3800-42B2-B55D-DF4D1DDC7FE5}" sibTransId="{FA2643B9-09DC-4680-BC90-98505E7EA3AA}"/>
    <dgm:cxn modelId="{91282C91-F488-44F1-B554-5EB3454C5D6F}" srcId="{27686737-0C81-44CD-B5B2-9A0C8FFCA6A4}" destId="{643EAFF1-C7B6-4EA1-9DA1-5188CF01E0CA}" srcOrd="1" destOrd="0" parTransId="{F507F7D6-3D68-4B3E-A19A-95CE2E7BE72F}" sibTransId="{3DE21B97-0FEE-408C-A24E-9CB84CA50343}"/>
    <dgm:cxn modelId="{40C07495-91E5-4F38-A019-4387F1BD4715}" type="presOf" srcId="{27686737-0C81-44CD-B5B2-9A0C8FFCA6A4}" destId="{B68292A0-9AEC-448C-B4E1-C011D57C43D6}" srcOrd="1" destOrd="0" presId="urn:microsoft.com/office/officeart/2005/8/layout/orgChart1"/>
    <dgm:cxn modelId="{6C3469A2-9740-4A12-88F8-6EC134767CD2}" type="presOf" srcId="{643EAFF1-C7B6-4EA1-9DA1-5188CF01E0CA}" destId="{F59268ED-5F81-419E-ACC2-DC8378DD7260}" srcOrd="1" destOrd="0" presId="urn:microsoft.com/office/officeart/2005/8/layout/orgChart1"/>
    <dgm:cxn modelId="{26F43EAB-A671-4705-A378-DBEEA0C30302}" type="presOf" srcId="{EACF3D39-FCD6-41DA-BFCC-913E3DF76BDF}" destId="{71BFAE95-BC6A-444C-B847-81125D5699B8}" srcOrd="1" destOrd="0" presId="urn:microsoft.com/office/officeart/2005/8/layout/orgChart1"/>
    <dgm:cxn modelId="{872BABCA-BC15-4D82-B871-79C2C57AD1E0}" type="presOf" srcId="{643EAFF1-C7B6-4EA1-9DA1-5188CF01E0CA}" destId="{27FF87B7-9EA5-4ED3-8BD2-268D5186C586}" srcOrd="0" destOrd="0" presId="urn:microsoft.com/office/officeart/2005/8/layout/orgChart1"/>
    <dgm:cxn modelId="{6A5B56D1-2B2B-4819-926A-CC150D1F82A8}" type="presOf" srcId="{EACF3D39-FCD6-41DA-BFCC-913E3DF76BDF}" destId="{754B55DB-709A-4789-B96D-4DD7AB5F20E3}" srcOrd="0" destOrd="0" presId="urn:microsoft.com/office/officeart/2005/8/layout/orgChart1"/>
    <dgm:cxn modelId="{E82893E5-FF63-4B5D-9136-79ACAC56EAF2}" type="presParOf" srcId="{8F4146F1-3E61-445C-AE81-125289A45E43}" destId="{D1B117A6-CF8E-40D4-B8F0-AD8686BADC6D}" srcOrd="0" destOrd="0" presId="urn:microsoft.com/office/officeart/2005/8/layout/orgChart1"/>
    <dgm:cxn modelId="{976055FB-57CC-43CA-9968-237D1D1D668B}" type="presParOf" srcId="{D1B117A6-CF8E-40D4-B8F0-AD8686BADC6D}" destId="{9BEDD823-8FE7-4324-B9ED-2ED5BD8AF398}" srcOrd="0" destOrd="0" presId="urn:microsoft.com/office/officeart/2005/8/layout/orgChart1"/>
    <dgm:cxn modelId="{CCDA1E93-CD5F-4865-A874-C468C9CEA611}" type="presParOf" srcId="{9BEDD823-8FE7-4324-B9ED-2ED5BD8AF398}" destId="{82898170-8CD1-4156-9C5D-37DC937021FA}" srcOrd="0" destOrd="0" presId="urn:microsoft.com/office/officeart/2005/8/layout/orgChart1"/>
    <dgm:cxn modelId="{9A6ABE9B-0D63-460D-8018-42C955A731FD}" type="presParOf" srcId="{9BEDD823-8FE7-4324-B9ED-2ED5BD8AF398}" destId="{B68292A0-9AEC-448C-B4E1-C011D57C43D6}" srcOrd="1" destOrd="0" presId="urn:microsoft.com/office/officeart/2005/8/layout/orgChart1"/>
    <dgm:cxn modelId="{84FF26B2-8B0E-4B84-B2CE-1C8CE601EA2F}" type="presParOf" srcId="{D1B117A6-CF8E-40D4-B8F0-AD8686BADC6D}" destId="{81466390-481B-467F-A381-2A36F31F3B33}" srcOrd="1" destOrd="0" presId="urn:microsoft.com/office/officeart/2005/8/layout/orgChart1"/>
    <dgm:cxn modelId="{D8B13388-A209-4327-8E2A-28D0852F0EF2}" type="presParOf" srcId="{81466390-481B-467F-A381-2A36F31F3B33}" destId="{DB9CCC1B-3731-4239-9D7B-DADC9661794C}" srcOrd="0" destOrd="0" presId="urn:microsoft.com/office/officeart/2005/8/layout/orgChart1"/>
    <dgm:cxn modelId="{91C802CA-83F3-441E-9DF5-6BBDEB79D28D}" type="presParOf" srcId="{81466390-481B-467F-A381-2A36F31F3B33}" destId="{464B2BB0-9FC1-432E-9E67-CC96927F0D44}" srcOrd="1" destOrd="0" presId="urn:microsoft.com/office/officeart/2005/8/layout/orgChart1"/>
    <dgm:cxn modelId="{D8ACC34A-32D2-4E25-8B2B-5C1C3B1878BD}" type="presParOf" srcId="{464B2BB0-9FC1-432E-9E67-CC96927F0D44}" destId="{9347A8F7-3302-4C9E-82B5-D0999D2BC8B0}" srcOrd="0" destOrd="0" presId="urn:microsoft.com/office/officeart/2005/8/layout/orgChart1"/>
    <dgm:cxn modelId="{47310861-0684-412F-9890-B53B449DA2EE}" type="presParOf" srcId="{9347A8F7-3302-4C9E-82B5-D0999D2BC8B0}" destId="{754B55DB-709A-4789-B96D-4DD7AB5F20E3}" srcOrd="0" destOrd="0" presId="urn:microsoft.com/office/officeart/2005/8/layout/orgChart1"/>
    <dgm:cxn modelId="{F7EFC9B7-B85E-462D-9751-3A039CEC4D5A}" type="presParOf" srcId="{9347A8F7-3302-4C9E-82B5-D0999D2BC8B0}" destId="{71BFAE95-BC6A-444C-B847-81125D5699B8}" srcOrd="1" destOrd="0" presId="urn:microsoft.com/office/officeart/2005/8/layout/orgChart1"/>
    <dgm:cxn modelId="{F4626B0D-878E-4B01-9F2B-F59045A2D53E}" type="presParOf" srcId="{464B2BB0-9FC1-432E-9E67-CC96927F0D44}" destId="{9E664FCB-E498-4138-A0AA-16BCCCD89CBC}" srcOrd="1" destOrd="0" presId="urn:microsoft.com/office/officeart/2005/8/layout/orgChart1"/>
    <dgm:cxn modelId="{57FA6F65-B625-4E25-ACD6-E12F5C7BA8C5}" type="presParOf" srcId="{464B2BB0-9FC1-432E-9E67-CC96927F0D44}" destId="{8ACDD4D0-21A2-4DEE-9D63-D4215EDB42B5}" srcOrd="2" destOrd="0" presId="urn:microsoft.com/office/officeart/2005/8/layout/orgChart1"/>
    <dgm:cxn modelId="{0DAD887F-4088-429F-8D83-6B2126043025}" type="presParOf" srcId="{81466390-481B-467F-A381-2A36F31F3B33}" destId="{6537A20B-08EC-44C4-AE6E-B296487A375F}" srcOrd="2" destOrd="0" presId="urn:microsoft.com/office/officeart/2005/8/layout/orgChart1"/>
    <dgm:cxn modelId="{8F238093-EB88-4506-BF55-F3CABE402D9E}" type="presParOf" srcId="{81466390-481B-467F-A381-2A36F31F3B33}" destId="{1D6E5A31-090F-4871-80A3-596B99994BF8}" srcOrd="3" destOrd="0" presId="urn:microsoft.com/office/officeart/2005/8/layout/orgChart1"/>
    <dgm:cxn modelId="{E9ACCD3F-7C50-4A00-BD7D-96E9FE19459A}" type="presParOf" srcId="{1D6E5A31-090F-4871-80A3-596B99994BF8}" destId="{818AF240-C683-4665-8AF7-E9B789A41D3A}" srcOrd="0" destOrd="0" presId="urn:microsoft.com/office/officeart/2005/8/layout/orgChart1"/>
    <dgm:cxn modelId="{3D65E90B-7E16-4CF6-9390-5BCE849383BF}" type="presParOf" srcId="{818AF240-C683-4665-8AF7-E9B789A41D3A}" destId="{27FF87B7-9EA5-4ED3-8BD2-268D5186C586}" srcOrd="0" destOrd="0" presId="urn:microsoft.com/office/officeart/2005/8/layout/orgChart1"/>
    <dgm:cxn modelId="{7A7D3100-C1DD-4D3A-82A7-2CA2B56FF4B0}" type="presParOf" srcId="{818AF240-C683-4665-8AF7-E9B789A41D3A}" destId="{F59268ED-5F81-419E-ACC2-DC8378DD7260}" srcOrd="1" destOrd="0" presId="urn:microsoft.com/office/officeart/2005/8/layout/orgChart1"/>
    <dgm:cxn modelId="{385A9A9D-A568-4EB8-B0C9-BC0669E042E8}" type="presParOf" srcId="{1D6E5A31-090F-4871-80A3-596B99994BF8}" destId="{795C5F35-03EA-4CB3-865B-86A4373B5EFC}" srcOrd="1" destOrd="0" presId="urn:microsoft.com/office/officeart/2005/8/layout/orgChart1"/>
    <dgm:cxn modelId="{4F9A926C-7A0A-41B4-8349-7CDC47C974D7}" type="presParOf" srcId="{1D6E5A31-090F-4871-80A3-596B99994BF8}" destId="{FBFAB6EA-9F86-4235-9299-86E3112D139F}" srcOrd="2" destOrd="0" presId="urn:microsoft.com/office/officeart/2005/8/layout/orgChart1"/>
    <dgm:cxn modelId="{20F6B630-E174-4B97-94B7-A1DEF5C10B6D}" type="presParOf" srcId="{D1B117A6-CF8E-40D4-B8F0-AD8686BADC6D}" destId="{EB7F59C2-D324-48B0-9EDB-B6F010A412CA}" srcOrd="2" destOrd="0" presId="urn:microsoft.com/office/officeart/2005/8/layout/orgChart1"/>
  </dgm:cxnLst>
  <dgm:bg/>
  <dgm:whole/>
  <dgm:extLst>
    <a:ext uri="http://schemas.microsoft.com/office/drawing/2008/diagram">
      <dsp:dataModelExt xmlns:dsp="http://schemas.microsoft.com/office/drawing/2008/diagram" relId="rId5"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13F53C-7E7E-4E67-BB11-05A17CCB7D2A}">
      <dsp:nvSpPr>
        <dsp:cNvPr id="0" name=""/>
        <dsp:cNvSpPr/>
      </dsp:nvSpPr>
      <dsp:spPr>
        <a:xfrm>
          <a:off x="3616" y="440032"/>
          <a:ext cx="1581224" cy="948734"/>
        </a:xfrm>
        <a:prstGeom prst="roundRect">
          <a:avLst>
            <a:gd name="adj" fmla="val 10000"/>
          </a:avLst>
        </a:prstGeom>
        <a:solidFill>
          <a:schemeClr val="accent2">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Power ON</a:t>
          </a:r>
        </a:p>
      </dsp:txBody>
      <dsp:txXfrm>
        <a:off x="31403" y="467819"/>
        <a:ext cx="1525650" cy="893160"/>
      </dsp:txXfrm>
    </dsp:sp>
    <dsp:sp modelId="{2251B3B0-DA83-4230-9FB6-1F8BFE0271C2}">
      <dsp:nvSpPr>
        <dsp:cNvPr id="0" name=""/>
        <dsp:cNvSpPr/>
      </dsp:nvSpPr>
      <dsp:spPr>
        <a:xfrm>
          <a:off x="1742963" y="718328"/>
          <a:ext cx="335219" cy="392143"/>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1742963" y="796757"/>
        <a:ext cx="234653" cy="235285"/>
      </dsp:txXfrm>
    </dsp:sp>
    <dsp:sp modelId="{12609B7F-D431-468B-8CD6-6BFCFD6F5FA1}">
      <dsp:nvSpPr>
        <dsp:cNvPr id="0" name=""/>
        <dsp:cNvSpPr/>
      </dsp:nvSpPr>
      <dsp:spPr>
        <a:xfrm>
          <a:off x="2217330" y="440032"/>
          <a:ext cx="1581224" cy="948734"/>
        </a:xfrm>
        <a:prstGeom prst="roundRect">
          <a:avLst>
            <a:gd name="adj" fmla="val 10000"/>
          </a:avLst>
        </a:prstGeom>
        <a:solidFill>
          <a:schemeClr val="accent3">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Bootloader</a:t>
          </a:r>
        </a:p>
      </dsp:txBody>
      <dsp:txXfrm>
        <a:off x="2245117" y="467819"/>
        <a:ext cx="1525650" cy="893160"/>
      </dsp:txXfrm>
    </dsp:sp>
    <dsp:sp modelId="{9E07CA8E-3DA4-4E9E-9711-40D42919BC5D}">
      <dsp:nvSpPr>
        <dsp:cNvPr id="0" name=""/>
        <dsp:cNvSpPr/>
      </dsp:nvSpPr>
      <dsp:spPr>
        <a:xfrm>
          <a:off x="3956677" y="718328"/>
          <a:ext cx="335219" cy="392143"/>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3956677" y="796757"/>
        <a:ext cx="234653" cy="235285"/>
      </dsp:txXfrm>
    </dsp:sp>
    <dsp:sp modelId="{D7FEEDC7-7270-4562-928B-DC610EA44978}">
      <dsp:nvSpPr>
        <dsp:cNvPr id="0" name=""/>
        <dsp:cNvSpPr/>
      </dsp:nvSpPr>
      <dsp:spPr>
        <a:xfrm>
          <a:off x="4431044" y="440032"/>
          <a:ext cx="1581224" cy="948734"/>
        </a:xfrm>
        <a:prstGeom prst="roundRect">
          <a:avLst>
            <a:gd name="adj" fmla="val 10000"/>
          </a:avLst>
        </a:prstGeom>
        <a:solidFill>
          <a:schemeClr val="accent4">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Kernel Init</a:t>
          </a:r>
        </a:p>
      </dsp:txBody>
      <dsp:txXfrm>
        <a:off x="4458831" y="467819"/>
        <a:ext cx="1525650" cy="893160"/>
      </dsp:txXfrm>
    </dsp:sp>
    <dsp:sp modelId="{8FD5EE01-F715-4A27-AEB9-09272E931ED3}">
      <dsp:nvSpPr>
        <dsp:cNvPr id="0" name=""/>
        <dsp:cNvSpPr/>
      </dsp:nvSpPr>
      <dsp:spPr>
        <a:xfrm>
          <a:off x="6170391" y="718328"/>
          <a:ext cx="335219" cy="392143"/>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6170391" y="796757"/>
        <a:ext cx="234653" cy="235285"/>
      </dsp:txXfrm>
    </dsp:sp>
    <dsp:sp modelId="{4696B54B-72D8-4E38-9E34-C7ECC3CE8DB5}">
      <dsp:nvSpPr>
        <dsp:cNvPr id="0" name=""/>
        <dsp:cNvSpPr/>
      </dsp:nvSpPr>
      <dsp:spPr>
        <a:xfrm>
          <a:off x="6644759" y="440032"/>
          <a:ext cx="1581224" cy="948734"/>
        </a:xfrm>
        <a:prstGeom prst="roundRect">
          <a:avLst>
            <a:gd name="adj" fmla="val 10000"/>
          </a:avLst>
        </a:prstGeom>
        <a:solidFill>
          <a:schemeClr val="accent5">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Operating System</a:t>
          </a:r>
        </a:p>
      </dsp:txBody>
      <dsp:txXfrm>
        <a:off x="6672546" y="467819"/>
        <a:ext cx="1525650" cy="8931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37A20B-08EC-44C4-AE6E-B296487A375F}">
      <dsp:nvSpPr>
        <dsp:cNvPr id="0" name=""/>
        <dsp:cNvSpPr/>
      </dsp:nvSpPr>
      <dsp:spPr>
        <a:xfrm>
          <a:off x="3733800" y="976269"/>
          <a:ext cx="2042177" cy="410547"/>
        </a:xfrm>
        <a:custGeom>
          <a:avLst/>
          <a:gdLst/>
          <a:ahLst/>
          <a:cxnLst/>
          <a:rect l="0" t="0" r="0" b="0"/>
          <a:pathLst>
            <a:path>
              <a:moveTo>
                <a:pt x="0" y="0"/>
              </a:moveTo>
              <a:lnTo>
                <a:pt x="0" y="205717"/>
              </a:lnTo>
              <a:lnTo>
                <a:pt x="2042177" y="205717"/>
              </a:lnTo>
              <a:lnTo>
                <a:pt x="2042177" y="410547"/>
              </a:lnTo>
            </a:path>
          </a:pathLst>
        </a:custGeom>
        <a:noFill/>
        <a:ln w="26425"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B9CCC1B-3731-4239-9D7B-DADC9661794C}">
      <dsp:nvSpPr>
        <dsp:cNvPr id="0" name=""/>
        <dsp:cNvSpPr/>
      </dsp:nvSpPr>
      <dsp:spPr>
        <a:xfrm>
          <a:off x="1661190" y="976269"/>
          <a:ext cx="2072609" cy="410547"/>
        </a:xfrm>
        <a:custGeom>
          <a:avLst/>
          <a:gdLst/>
          <a:ahLst/>
          <a:cxnLst/>
          <a:rect l="0" t="0" r="0" b="0"/>
          <a:pathLst>
            <a:path>
              <a:moveTo>
                <a:pt x="2072609" y="0"/>
              </a:moveTo>
              <a:lnTo>
                <a:pt x="2072609" y="205717"/>
              </a:lnTo>
              <a:lnTo>
                <a:pt x="0" y="205717"/>
              </a:lnTo>
              <a:lnTo>
                <a:pt x="0" y="410547"/>
              </a:lnTo>
            </a:path>
          </a:pathLst>
        </a:custGeom>
        <a:noFill/>
        <a:ln w="26425"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2898170-8CD1-4156-9C5D-37DC937021FA}">
      <dsp:nvSpPr>
        <dsp:cNvPr id="0" name=""/>
        <dsp:cNvSpPr/>
      </dsp:nvSpPr>
      <dsp:spPr>
        <a:xfrm>
          <a:off x="2758417" y="887"/>
          <a:ext cx="1950764" cy="975382"/>
        </a:xfrm>
        <a:prstGeom prst="rect">
          <a:avLst/>
        </a:prstGeom>
        <a:solidFill>
          <a:schemeClr val="accent2">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Linux</a:t>
          </a:r>
        </a:p>
      </dsp:txBody>
      <dsp:txXfrm>
        <a:off x="2758417" y="887"/>
        <a:ext cx="1950764" cy="975382"/>
      </dsp:txXfrm>
    </dsp:sp>
    <dsp:sp modelId="{754B55DB-709A-4789-B96D-4DD7AB5F20E3}">
      <dsp:nvSpPr>
        <dsp:cNvPr id="0" name=""/>
        <dsp:cNvSpPr/>
      </dsp:nvSpPr>
      <dsp:spPr>
        <a:xfrm>
          <a:off x="685808" y="1386817"/>
          <a:ext cx="1950764" cy="975382"/>
        </a:xfrm>
        <a:prstGeom prst="rect">
          <a:avLst/>
        </a:prstGeom>
        <a:solidFill>
          <a:schemeClr val="accent4">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Graphic User Interface (GUI)</a:t>
          </a:r>
        </a:p>
      </dsp:txBody>
      <dsp:txXfrm>
        <a:off x="685808" y="1386817"/>
        <a:ext cx="1950764" cy="975382"/>
      </dsp:txXfrm>
    </dsp:sp>
    <dsp:sp modelId="{27FF87B7-9EA5-4ED3-8BD2-268D5186C586}">
      <dsp:nvSpPr>
        <dsp:cNvPr id="0" name=""/>
        <dsp:cNvSpPr/>
      </dsp:nvSpPr>
      <dsp:spPr>
        <a:xfrm>
          <a:off x="4800595" y="1386817"/>
          <a:ext cx="1950764" cy="975382"/>
        </a:xfrm>
        <a:prstGeom prst="rect">
          <a:avLst/>
        </a:prstGeom>
        <a:solidFill>
          <a:schemeClr val="bg2">
            <a:lumMod val="5000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Command Line Interface (CLI)</a:t>
          </a:r>
        </a:p>
      </dsp:txBody>
      <dsp:txXfrm>
        <a:off x="4800595" y="1386817"/>
        <a:ext cx="1950764" cy="975382"/>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US" sz="4400" spc="-1" strike="noStrike">
                <a:latin typeface="Arial"/>
              </a:rPr>
              <a:t>Click to move the slide</a:t>
            </a:r>
            <a:endParaRPr b="0" lang="en-US" sz="4400" spc="-1" strike="noStrike">
              <a:latin typeface="Arial"/>
            </a:endParaRPr>
          </a:p>
        </p:txBody>
      </p:sp>
      <p:sp>
        <p:nvSpPr>
          <p:cNvPr id="13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132"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133" name="PlaceHolder 4"/>
          <p:cNvSpPr>
            <a:spLocks noGrp="1"/>
          </p:cNvSpPr>
          <p:nvPr>
            <p:ph type="dt" idx="10"/>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134" name="PlaceHolder 5"/>
          <p:cNvSpPr>
            <a:spLocks noGrp="1"/>
          </p:cNvSpPr>
          <p:nvPr>
            <p:ph type="ftr" idx="11"/>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135" name="PlaceHolder 6"/>
          <p:cNvSpPr>
            <a:spLocks noGrp="1"/>
          </p:cNvSpPr>
          <p:nvPr>
            <p:ph type="sldNum" idx="12"/>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C19C1566-9540-4551-9CB8-F0AA551E64D8}"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hyperlink" Target="https://cgold.readthedocs.io/en/latest/overview/cmake-can.html#cmake-generate-native-build-tool" TargetMode="External"/><Relationship Id="rId2" Type="http://schemas.openxmlformats.org/officeDocument/2006/relationships/hyperlink" Target="https://cgold.readthedocs.io/en/latest/glossary/Native-build-tool.html#id1" TargetMode="External"/><Relationship Id="rId3" Type="http://schemas.openxmlformats.org/officeDocument/2006/relationships/slide" Target="../slides/slide32.xml"/><Relationship Id="rId4"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sldImg"/>
          </p:nvPr>
        </p:nvSpPr>
        <p:spPr>
          <a:xfrm>
            <a:off x="1143000" y="685800"/>
            <a:ext cx="4571280" cy="3428280"/>
          </a:xfrm>
          <a:prstGeom prst="rect">
            <a:avLst/>
          </a:prstGeom>
          <a:ln w="0">
            <a:noFill/>
          </a:ln>
        </p:spPr>
      </p:sp>
      <p:sp>
        <p:nvSpPr>
          <p:cNvPr id="329"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pPr marL="216000" indent="-216000">
              <a:lnSpc>
                <a:spcPct val="100000"/>
              </a:lnSpc>
              <a:buNone/>
              <a:tabLst>
                <a:tab algn="l" pos="0"/>
              </a:tabLst>
            </a:pPr>
            <a:r>
              <a:rPr b="0" lang="en-US" sz="2000" spc="-1" strike="noStrike">
                <a:latin typeface="Arial"/>
              </a:rPr>
              <a:t>In 1991, in Helsinki, Linus Torvalds (21 yrs, student, Finland) began a project that later became the Linux kernel. He wrote the program specifically for the hardware he was using and independent of an operating system because he wanted to use the functions of his new PC with an 80386 processor. </a:t>
            </a:r>
            <a:r>
              <a:rPr b="1" lang="en-US" sz="2000" spc="-1" strike="noStrike">
                <a:latin typeface="Arial"/>
              </a:rPr>
              <a:t>4 month , C language</a:t>
            </a:r>
            <a:endParaRPr b="0" lang="en-US" sz="2000" spc="-1" strike="noStrike">
              <a:latin typeface="Arial"/>
            </a:endParaRPr>
          </a:p>
          <a:p>
            <a:pPr marL="216000" indent="-216000">
              <a:lnSpc>
                <a:spcPct val="100000"/>
              </a:lnSpc>
              <a:buNone/>
              <a:tabLst>
                <a:tab algn="l" pos="0"/>
              </a:tabLst>
            </a:pPr>
            <a:r>
              <a:rPr b="0" lang="en-US" sz="2000" spc="-1" strike="noStrike">
                <a:latin typeface="Arial"/>
              </a:rPr>
              <a:t>he needed more people to help him hence, </a:t>
            </a:r>
            <a:r>
              <a:rPr b="1" lang="en-US" sz="2000" spc="-1" strike="noStrike">
                <a:latin typeface="Arial"/>
              </a:rPr>
              <a:t>1992 </a:t>
            </a:r>
            <a:r>
              <a:rPr b="0" lang="en-US" sz="2000" spc="-1" strike="noStrike">
                <a:latin typeface="Arial"/>
              </a:rPr>
              <a:t>given general public license. At first, only people with extensive computer programming knowledge would be able to do anything with that early public version of Linux. These people started to offer their help. The version numbers of Linux were getting higher and higher. People began writing programs specifically to be run under Linux. Developers began writing drivers for different video cards, sound cards and other gadgets inside and outside your computer could use Linux. </a:t>
            </a:r>
            <a:endParaRPr b="0" lang="en-US" sz="2000" spc="-1" strike="noStrike">
              <a:latin typeface="Arial"/>
            </a:endParaRPr>
          </a:p>
          <a:p>
            <a:pPr marL="216000" indent="-216000">
              <a:lnSpc>
                <a:spcPct val="100000"/>
              </a:lnSpc>
              <a:buNone/>
              <a:tabLst>
                <a:tab algn="l" pos="0"/>
              </a:tabLst>
            </a:pPr>
            <a:endParaRPr b="0" lang="en-US" sz="2000" spc="-1" strike="noStrike">
              <a:latin typeface="Arial"/>
            </a:endParaRPr>
          </a:p>
        </p:txBody>
      </p:sp>
      <p:sp>
        <p:nvSpPr>
          <p:cNvPr id="330" name="PlaceHolder 3"/>
          <p:cNvSpPr>
            <a:spLocks noGrp="1"/>
          </p:cNvSpPr>
          <p:nvPr>
            <p:ph type="sldNum" idx="13"/>
          </p:nvPr>
        </p:nvSpPr>
        <p:spPr>
          <a:xfrm>
            <a:off x="3884760" y="8685360"/>
            <a:ext cx="2971080" cy="45648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22CFB27C-E667-4DEB-93A0-587325BD451B}"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 name="PlaceHolder 1"/>
          <p:cNvSpPr>
            <a:spLocks noGrp="1"/>
          </p:cNvSpPr>
          <p:nvPr>
            <p:ph type="sldImg"/>
          </p:nvPr>
        </p:nvSpPr>
        <p:spPr>
          <a:xfrm>
            <a:off x="1143000" y="685800"/>
            <a:ext cx="4571280" cy="3428280"/>
          </a:xfrm>
          <a:prstGeom prst="rect">
            <a:avLst/>
          </a:prstGeom>
          <a:ln w="0">
            <a:noFill/>
          </a:ln>
        </p:spPr>
      </p:sp>
      <p:sp>
        <p:nvSpPr>
          <p:cNvPr id="332"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pPr marL="216000" indent="-216000">
              <a:lnSpc>
                <a:spcPct val="100000"/>
              </a:lnSpc>
              <a:buNone/>
              <a:tabLst>
                <a:tab algn="l" pos="0"/>
              </a:tabLst>
            </a:pPr>
            <a:r>
              <a:rPr b="0" lang="en-US" sz="2000" spc="-1" strike="noStrike">
                <a:latin typeface="Arial"/>
              </a:rPr>
              <a:t>Armed with this knowledge, you will find it much easier to navigate this large, </a:t>
            </a:r>
            <a:r>
              <a:rPr b="0" lang="en-US" sz="1200" spc="-1" strike="noStrike">
                <a:solidFill>
                  <a:srgbClr val="000000"/>
                </a:solidFill>
                <a:latin typeface="+mn-lt"/>
                <a:ea typeface="+mn-ea"/>
              </a:rPr>
              <a:t>complex source code base.</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mn-lt"/>
                <a:ea typeface="+mn-ea"/>
              </a:rPr>
              <a:t>Also, it’s easier for the developers to contribute to the linux</a:t>
            </a:r>
            <a:endParaRPr b="0" lang="en-US" sz="1200" spc="-1" strike="noStrike">
              <a:latin typeface="Arial"/>
            </a:endParaRPr>
          </a:p>
        </p:txBody>
      </p:sp>
      <p:sp>
        <p:nvSpPr>
          <p:cNvPr id="333" name="PlaceHolder 3"/>
          <p:cNvSpPr>
            <a:spLocks noGrp="1"/>
          </p:cNvSpPr>
          <p:nvPr>
            <p:ph type="sldNum" idx="14"/>
          </p:nvPr>
        </p:nvSpPr>
        <p:spPr>
          <a:xfrm>
            <a:off x="3884760" y="8685360"/>
            <a:ext cx="2971080" cy="45648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9B315C9C-E885-47DE-AFCA-EABA2E9AF07D}"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type="sldImg"/>
          </p:nvPr>
        </p:nvSpPr>
        <p:spPr>
          <a:xfrm>
            <a:off x="1143000" y="685800"/>
            <a:ext cx="4571280" cy="3428280"/>
          </a:xfrm>
          <a:prstGeom prst="rect">
            <a:avLst/>
          </a:prstGeom>
          <a:ln w="0">
            <a:noFill/>
          </a:ln>
        </p:spPr>
      </p:sp>
      <p:sp>
        <p:nvSpPr>
          <p:cNvPr id="335"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pPr marL="216000" indent="-216000">
              <a:lnSpc>
                <a:spcPct val="100000"/>
              </a:lnSpc>
              <a:buNone/>
              <a:tabLst>
                <a:tab algn="l" pos="0"/>
              </a:tabLst>
            </a:pPr>
            <a:r>
              <a:rPr b="0" lang="en-US" sz="2000" spc="-1" strike="noStrike">
                <a:latin typeface="Arial"/>
              </a:rPr>
              <a:t>Armed with this knowledge, you will find it much easier to navigate this large, </a:t>
            </a:r>
            <a:r>
              <a:rPr b="0" lang="en-US" sz="1200" spc="-1" strike="noStrike">
                <a:solidFill>
                  <a:srgbClr val="000000"/>
                </a:solidFill>
                <a:latin typeface="+mn-lt"/>
                <a:ea typeface="+mn-ea"/>
              </a:rPr>
              <a:t>complex source code base.</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mn-lt"/>
                <a:ea typeface="+mn-ea"/>
              </a:rPr>
              <a:t>Also, it’s easier for the developers to contribute to the linux</a:t>
            </a:r>
            <a:endParaRPr b="0" lang="en-US" sz="1200" spc="-1" strike="noStrike">
              <a:latin typeface="Arial"/>
            </a:endParaRPr>
          </a:p>
        </p:txBody>
      </p:sp>
      <p:sp>
        <p:nvSpPr>
          <p:cNvPr id="336" name="PlaceHolder 3"/>
          <p:cNvSpPr>
            <a:spLocks noGrp="1"/>
          </p:cNvSpPr>
          <p:nvPr>
            <p:ph type="sldNum" idx="15"/>
          </p:nvPr>
        </p:nvSpPr>
        <p:spPr>
          <a:xfrm>
            <a:off x="3884760" y="8685360"/>
            <a:ext cx="2971080" cy="45648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C2CCE36-C773-46DB-AB44-DB4DAB2356E0}"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PlaceHolder 1"/>
          <p:cNvSpPr>
            <a:spLocks noGrp="1"/>
          </p:cNvSpPr>
          <p:nvPr>
            <p:ph type="sldImg"/>
          </p:nvPr>
        </p:nvSpPr>
        <p:spPr>
          <a:xfrm>
            <a:off x="1143000" y="685800"/>
            <a:ext cx="4571280" cy="3428280"/>
          </a:xfrm>
          <a:prstGeom prst="rect">
            <a:avLst/>
          </a:prstGeom>
          <a:ln w="0">
            <a:noFill/>
          </a:ln>
        </p:spPr>
      </p:sp>
      <p:sp>
        <p:nvSpPr>
          <p:cNvPr id="338"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pPr marL="216000" indent="-216000">
              <a:lnSpc>
                <a:spcPct val="100000"/>
              </a:lnSpc>
              <a:buNone/>
              <a:tabLst>
                <a:tab algn="l" pos="0"/>
              </a:tabLst>
            </a:pPr>
            <a:r>
              <a:rPr b="0" lang="en-US" sz="2000" spc="-1" strike="noStrike">
                <a:latin typeface="Courier New"/>
              </a:rPr>
              <a:t>-o option informs the compiler of the desired name for the executable (i.e., runnable) file that it produces. The name used in this example is hello, but it could just as easily be anything else desired, such as hello.exe, file1 or Bonjour. If the -o option is omitted, the compiler will give the name a.out to the executable file. </a:t>
            </a:r>
            <a:endParaRPr b="0" lang="en-US" sz="2000" spc="-1" strike="noStrike">
              <a:latin typeface="Arial"/>
            </a:endParaRPr>
          </a:p>
          <a:p>
            <a:pPr marL="216000" indent="-216000">
              <a:lnSpc>
                <a:spcPct val="100000"/>
              </a:lnSpc>
              <a:buNone/>
              <a:tabLst>
                <a:tab algn="l" pos="0"/>
              </a:tabLst>
            </a:pPr>
            <a:endParaRPr b="0" lang="en-US" sz="2000" spc="-1" strike="noStrike">
              <a:latin typeface="Arial"/>
            </a:endParaRPr>
          </a:p>
          <a:p>
            <a:pPr marL="216000" indent="-216000">
              <a:lnSpc>
                <a:spcPct val="100000"/>
              </a:lnSpc>
              <a:buNone/>
              <a:tabLst>
                <a:tab algn="l" pos="0"/>
              </a:tabLst>
            </a:pPr>
            <a:r>
              <a:rPr b="0" lang="en-US" sz="2000" spc="-1" strike="noStrike">
                <a:latin typeface="Courier New"/>
              </a:rPr>
              <a:t>$ arm-linux-gcc  –g  –o Hello  Hello.c</a:t>
            </a:r>
            <a:endParaRPr b="0" lang="en-US" sz="2000" spc="-1" strike="noStrike">
              <a:latin typeface="Arial"/>
            </a:endParaRPr>
          </a:p>
          <a:p>
            <a:pPr marL="216000" indent="-216000">
              <a:lnSpc>
                <a:spcPct val="100000"/>
              </a:lnSpc>
              <a:buNone/>
              <a:tabLst>
                <a:tab algn="l" pos="0"/>
              </a:tabLst>
            </a:pPr>
            <a:endParaRPr b="0" lang="en-US" sz="2000" spc="-1" strike="noStrike">
              <a:latin typeface="Arial"/>
            </a:endParaRPr>
          </a:p>
        </p:txBody>
      </p:sp>
      <p:sp>
        <p:nvSpPr>
          <p:cNvPr id="339" name="PlaceHolder 3"/>
          <p:cNvSpPr>
            <a:spLocks noGrp="1"/>
          </p:cNvSpPr>
          <p:nvPr>
            <p:ph type="sldNum" idx="16"/>
          </p:nvPr>
        </p:nvSpPr>
        <p:spPr>
          <a:xfrm>
            <a:off x="3884760" y="8685360"/>
            <a:ext cx="2971080" cy="45648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DAEC6CC-6990-46F2-9065-0D70EF8561C2}"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sldImg"/>
          </p:nvPr>
        </p:nvSpPr>
        <p:spPr>
          <a:xfrm>
            <a:off x="1143000" y="685800"/>
            <a:ext cx="4571280" cy="3428280"/>
          </a:xfrm>
          <a:prstGeom prst="rect">
            <a:avLst/>
          </a:prstGeom>
          <a:ln w="0">
            <a:noFill/>
          </a:ln>
        </p:spPr>
      </p:sp>
      <p:sp>
        <p:nvSpPr>
          <p:cNvPr id="341"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pPr marL="216000" indent="-216000">
              <a:lnSpc>
                <a:spcPct val="100000"/>
              </a:lnSpc>
              <a:buNone/>
              <a:tabLst>
                <a:tab algn="l" pos="0"/>
              </a:tabLst>
            </a:pPr>
            <a:r>
              <a:rPr b="0" lang="en-US" sz="1200" spc="-1" strike="noStrike">
                <a:solidFill>
                  <a:srgbClr val="000000"/>
                </a:solidFill>
                <a:latin typeface="+mn-lt"/>
                <a:ea typeface="+mn-ea"/>
              </a:rPr>
              <a:t>CMake is </a:t>
            </a:r>
            <a:r>
              <a:rPr b="1" lang="en-US" sz="1200" spc="-1" strike="noStrike">
                <a:solidFill>
                  <a:srgbClr val="000000"/>
                </a:solidFill>
                <a:latin typeface="+mn-lt"/>
                <a:ea typeface="+mn-ea"/>
              </a:rPr>
              <a:t>not designed</a:t>
            </a:r>
            <a:r>
              <a:rPr b="0" lang="en-US" sz="1200" spc="-1" strike="noStrike">
                <a:solidFill>
                  <a:srgbClr val="000000"/>
                </a:solidFill>
                <a:latin typeface="+mn-lt"/>
                <a:ea typeface="+mn-ea"/>
              </a:rPr>
              <a:t> to do the build itself - it </a:t>
            </a:r>
            <a:r>
              <a:rPr b="0" lang="en-US" sz="1200" spc="-1" strike="noStrike" u="sng">
                <a:solidFill>
                  <a:srgbClr val="000000"/>
                </a:solidFill>
                <a:uFillTx/>
                <a:latin typeface="+mn-lt"/>
                <a:ea typeface="+mn-ea"/>
                <a:hlinkClick r:id="rId1"/>
              </a:rPr>
              <a:t>generates files</a:t>
            </a:r>
            <a:r>
              <a:rPr b="0" lang="en-US" sz="1200" spc="-1" strike="noStrike">
                <a:solidFill>
                  <a:srgbClr val="000000"/>
                </a:solidFill>
                <a:latin typeface="+mn-lt"/>
                <a:ea typeface="+mn-ea"/>
              </a:rPr>
              <a:t> which can be used by real </a:t>
            </a:r>
            <a:r>
              <a:rPr b="0" lang="en-US" sz="1200" spc="-1" strike="noStrike" u="sng">
                <a:solidFill>
                  <a:srgbClr val="000000"/>
                </a:solidFill>
                <a:uFillTx/>
                <a:latin typeface="+mn-lt"/>
                <a:ea typeface="+mn-ea"/>
                <a:hlinkClick r:id="rId2"/>
              </a:rPr>
              <a:t>native build tool</a:t>
            </a:r>
            <a:r>
              <a:rPr b="0" lang="en-US" sz="1200" spc="-1" strike="noStrike">
                <a:solidFill>
                  <a:srgbClr val="000000"/>
                </a:solidFill>
                <a:latin typeface="+mn-lt"/>
                <a:ea typeface="+mn-ea"/>
              </a:rPr>
              <a:t>, hence you need to choose such tool(s) and install it if needed.</a:t>
            </a:r>
            <a:endParaRPr b="0" lang="en-US" sz="1200" spc="-1" strike="noStrike">
              <a:latin typeface="Arial"/>
            </a:endParaRPr>
          </a:p>
        </p:txBody>
      </p:sp>
      <p:sp>
        <p:nvSpPr>
          <p:cNvPr id="342" name="PlaceHolder 3"/>
          <p:cNvSpPr>
            <a:spLocks noGrp="1"/>
          </p:cNvSpPr>
          <p:nvPr>
            <p:ph type="sldNum" idx="17"/>
          </p:nvPr>
        </p:nvSpPr>
        <p:spPr>
          <a:xfrm>
            <a:off x="3884760" y="8685360"/>
            <a:ext cx="2971080" cy="45648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A7A705E-F0ED-4C77-A790-BD72CA4740F1}"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sldImg"/>
          </p:nvPr>
        </p:nvSpPr>
        <p:spPr>
          <a:xfrm>
            <a:off x="1143000" y="685800"/>
            <a:ext cx="4571280" cy="3428280"/>
          </a:xfrm>
          <a:prstGeom prst="rect">
            <a:avLst/>
          </a:prstGeom>
          <a:ln w="0">
            <a:noFill/>
          </a:ln>
        </p:spPr>
      </p:sp>
      <p:sp>
        <p:nvSpPr>
          <p:cNvPr id="344"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pPr marL="216000" indent="-216000">
              <a:lnSpc>
                <a:spcPct val="100000"/>
              </a:lnSpc>
              <a:buNone/>
              <a:tabLst>
                <a:tab algn="l" pos="0"/>
              </a:tabLst>
            </a:pPr>
            <a:r>
              <a:rPr b="0" lang="en-US" sz="2000" spc="-1" strike="noStrike">
                <a:latin typeface="Arial"/>
              </a:rPr>
              <a:t>When the module is loaded, the module-initialization function is called. We specify the initialization function that will be executed on module insertion using the module_init() macro. We declare it as follows: module_init(hello_init);</a:t>
            </a:r>
            <a:endParaRPr b="0" lang="en-US" sz="2000" spc="-1" strike="noStrike">
              <a:latin typeface="Arial"/>
            </a:endParaRPr>
          </a:p>
          <a:p>
            <a:pPr marL="216000" indent="-216000">
              <a:lnSpc>
                <a:spcPct val="100000"/>
              </a:lnSpc>
              <a:buNone/>
              <a:tabLst>
                <a:tab algn="l" pos="0"/>
              </a:tabLst>
            </a:pPr>
            <a:r>
              <a:rPr b="0" lang="en-US" sz="1200" spc="-1" strike="noStrike">
                <a:solidFill>
                  <a:srgbClr val="000000"/>
                </a:solidFill>
                <a:latin typeface="+mn-lt"/>
                <a:ea typeface="+mn-ea"/>
              </a:rPr>
              <a:t>when we unload the module (using the modprobe -r command), our module exit routine is called. As shown in Listing 8-1, the exit routine is specified using the module_exit() macro. In a real driver, this is where you undo everything that was done on entry, such as freeing any memory or returning the device to a known, harmless state.</a:t>
            </a:r>
            <a:endParaRPr b="0" lang="en-US" sz="1200" spc="-1" strike="noStrike">
              <a:latin typeface="Arial"/>
            </a:endParaRPr>
          </a:p>
        </p:txBody>
      </p:sp>
      <p:sp>
        <p:nvSpPr>
          <p:cNvPr id="345" name="PlaceHolder 3"/>
          <p:cNvSpPr>
            <a:spLocks noGrp="1"/>
          </p:cNvSpPr>
          <p:nvPr>
            <p:ph type="sldNum" idx="18"/>
          </p:nvPr>
        </p:nvSpPr>
        <p:spPr>
          <a:xfrm>
            <a:off x="3884760" y="8685360"/>
            <a:ext cx="2971080" cy="45648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54F1F0C8-8BA7-4987-8863-425260E91DE0}"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sldImg"/>
          </p:nvPr>
        </p:nvSpPr>
        <p:spPr>
          <a:xfrm>
            <a:off x="1143000" y="685800"/>
            <a:ext cx="4571280" cy="3428280"/>
          </a:xfrm>
          <a:prstGeom prst="rect">
            <a:avLst/>
          </a:prstGeom>
          <a:ln w="0">
            <a:noFill/>
          </a:ln>
        </p:spPr>
      </p:sp>
      <p:sp>
        <p:nvSpPr>
          <p:cNvPr id="347"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pPr marL="216000" indent="-216000">
              <a:lnSpc>
                <a:spcPct val="100000"/>
              </a:lnSpc>
              <a:buNone/>
              <a:tabLst>
                <a:tab algn="l" pos="0"/>
              </a:tabLst>
            </a:pPr>
            <a:r>
              <a:rPr b="0" lang="vi-VN" sz="1200" spc="-1" strike="noStrike">
                <a:solidFill>
                  <a:srgbClr val="000000"/>
                </a:solidFill>
                <a:latin typeface="+mn-lt"/>
                <a:ea typeface="+mn-ea"/>
              </a:rPr>
              <a:t>Sau khi đã có mã nguồn C của driver đơn giản như trên, cần tiến hành biên dịch để tạo ra file module (có đuôi mở rộng .ko, trong trường hợp này là file ofd.ko). Chúng ta sử dụng cách thức biên dịch ở tầng nhân để làm điều này. Cụ thể cần viết một Makefile trong đó thực hiện việc đăng ký thư viện biên dịch ở tầng nhân (kernel build system) từ mã nguồn nhân, và đăng ký driver đang cần biên dịch. </a:t>
            </a:r>
            <a:endParaRPr b="0" lang="en-US" sz="1200" spc="-1" strike="noStrike">
              <a:latin typeface="Arial"/>
            </a:endParaRPr>
          </a:p>
        </p:txBody>
      </p:sp>
      <p:sp>
        <p:nvSpPr>
          <p:cNvPr id="348" name="PlaceHolder 3"/>
          <p:cNvSpPr>
            <a:spLocks noGrp="1"/>
          </p:cNvSpPr>
          <p:nvPr>
            <p:ph type="sldNum" idx="19"/>
          </p:nvPr>
        </p:nvSpPr>
        <p:spPr>
          <a:xfrm>
            <a:off x="3884760" y="8685360"/>
            <a:ext cx="2971080" cy="45648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0D3C0C60-BDE5-4A2A-968D-AF4F2DF4F95C}"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sldImg"/>
          </p:nvPr>
        </p:nvSpPr>
        <p:spPr>
          <a:xfrm>
            <a:off x="1143000" y="685800"/>
            <a:ext cx="4571280" cy="3428280"/>
          </a:xfrm>
          <a:prstGeom prst="rect">
            <a:avLst/>
          </a:prstGeom>
          <a:ln w="0">
            <a:noFill/>
          </a:ln>
        </p:spPr>
      </p:sp>
      <p:sp>
        <p:nvSpPr>
          <p:cNvPr id="350"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pPr marL="216000" indent="-216000">
              <a:lnSpc>
                <a:spcPct val="100000"/>
              </a:lnSpc>
              <a:buNone/>
              <a:tabLst>
                <a:tab algn="l" pos="0"/>
              </a:tabLst>
            </a:pPr>
            <a:r>
              <a:rPr b="0" lang="en-US" sz="2000" spc="-1" strike="noStrike">
                <a:latin typeface="Arial"/>
              </a:rPr>
              <a:t>add options to make it appear in the make menuconfig</a:t>
            </a:r>
            <a:endParaRPr b="0" lang="en-US" sz="2000" spc="-1" strike="noStrike">
              <a:latin typeface="Arial"/>
            </a:endParaRPr>
          </a:p>
          <a:p>
            <a:pPr marL="216000" indent="-216000">
              <a:lnSpc>
                <a:spcPct val="100000"/>
              </a:lnSpc>
              <a:buNone/>
              <a:tabLst>
                <a:tab algn="l" pos="0"/>
              </a:tabLst>
            </a:pPr>
            <a:r>
              <a:rPr b="0" lang="en-US" sz="1200" spc="-1" strike="noStrike">
                <a:solidFill>
                  <a:srgbClr val="000000"/>
                </a:solidFill>
                <a:latin typeface="+mn-lt"/>
                <a:ea typeface="+mn-ea"/>
              </a:rPr>
              <a:t>select the &lt;M&gt; this means that the option should compiled as a module; then press the space will become &lt;*&gt;, which means should this option compiled into the kernel, we choose &lt;M&gt;</a:t>
            </a:r>
            <a:endParaRPr b="0" lang="en-US" sz="1200" spc="-1" strike="noStrike">
              <a:latin typeface="Arial"/>
            </a:endParaRPr>
          </a:p>
        </p:txBody>
      </p:sp>
      <p:sp>
        <p:nvSpPr>
          <p:cNvPr id="351" name="PlaceHolder 3"/>
          <p:cNvSpPr>
            <a:spLocks noGrp="1"/>
          </p:cNvSpPr>
          <p:nvPr>
            <p:ph type="sldNum" idx="20"/>
          </p:nvPr>
        </p:nvSpPr>
        <p:spPr>
          <a:xfrm>
            <a:off x="3884760" y="8685360"/>
            <a:ext cx="2971080" cy="45648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BA781C0-B0D4-4E1D-83C8-2F118D53AAE2}"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sldImg"/>
          </p:nvPr>
        </p:nvSpPr>
        <p:spPr>
          <a:xfrm>
            <a:off x="1143000" y="685800"/>
            <a:ext cx="4571280" cy="3428280"/>
          </a:xfrm>
          <a:prstGeom prst="rect">
            <a:avLst/>
          </a:prstGeom>
          <a:ln w="0">
            <a:noFill/>
          </a:ln>
        </p:spPr>
      </p:sp>
      <p:sp>
        <p:nvSpPr>
          <p:cNvPr id="353"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pPr marL="216000" indent="-216000">
              <a:lnSpc>
                <a:spcPct val="100000"/>
              </a:lnSpc>
              <a:buNone/>
              <a:tabLst>
                <a:tab algn="l" pos="0"/>
              </a:tabLst>
            </a:pPr>
            <a:r>
              <a:rPr b="0" lang="en-US" sz="2000" spc="-1" strike="noStrike">
                <a:latin typeface="Arial"/>
              </a:rPr>
              <a:t>After executing this command on our target embedded system, we end up with a new file called /dev/hello1 that represents our device driver module.</a:t>
            </a:r>
            <a:endParaRPr b="0" lang="en-US" sz="2000" spc="-1" strike="noStrike">
              <a:latin typeface="Arial"/>
            </a:endParaRPr>
          </a:p>
          <a:p>
            <a:pPr marL="216000" indent="-216000">
              <a:lnSpc>
                <a:spcPct val="100000"/>
              </a:lnSpc>
              <a:buNone/>
              <a:tabLst>
                <a:tab algn="l" pos="0"/>
              </a:tabLst>
            </a:pPr>
            <a:endParaRPr b="0" lang="en-US" sz="2000" spc="-1" strike="noStrike">
              <a:latin typeface="Arial"/>
            </a:endParaRPr>
          </a:p>
        </p:txBody>
      </p:sp>
      <p:sp>
        <p:nvSpPr>
          <p:cNvPr id="354" name="PlaceHolder 3"/>
          <p:cNvSpPr>
            <a:spLocks noGrp="1"/>
          </p:cNvSpPr>
          <p:nvPr>
            <p:ph type="sldNum" idx="21"/>
          </p:nvPr>
        </p:nvSpPr>
        <p:spPr>
          <a:xfrm>
            <a:off x="3884760" y="8685360"/>
            <a:ext cx="2971080" cy="45648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EC57A90-E6D2-4980-A861-0F88C7F64D64}"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type="sldImg"/>
          </p:nvPr>
        </p:nvSpPr>
        <p:spPr>
          <a:xfrm>
            <a:off x="1143000" y="685800"/>
            <a:ext cx="4571280" cy="3428280"/>
          </a:xfrm>
          <a:prstGeom prst="rect">
            <a:avLst/>
          </a:prstGeom>
          <a:ln w="0">
            <a:noFill/>
          </a:ln>
        </p:spPr>
      </p:sp>
      <p:sp>
        <p:nvSpPr>
          <p:cNvPr id="356"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pPr marL="216000" indent="-216000">
              <a:lnSpc>
                <a:spcPct val="100000"/>
              </a:lnSpc>
              <a:buNone/>
              <a:tabLst>
                <a:tab algn="l" pos="0"/>
              </a:tabLst>
            </a:pPr>
            <a:r>
              <a:rPr b="0" lang="en-US" sz="2000" spc="-1" strike="noStrike">
                <a:solidFill>
                  <a:srgbClr val="4e443c"/>
                </a:solidFill>
                <a:latin typeface="Arial"/>
              </a:rPr>
              <a:t>With Git, every time you commit, or save the state of your project, Git basically takes a picture of what all your files look like at that moment and stores a reference to that snapshot. To be efficient, if files have not changed, Git doesn’t store the file again, just a link to the previous identical file it has already stored. Git thinks about its data more like a </a:t>
            </a:r>
            <a:r>
              <a:rPr b="1" lang="en-US" sz="2000" spc="-1" strike="noStrike">
                <a:solidFill>
                  <a:srgbClr val="4e443c"/>
                </a:solidFill>
                <a:latin typeface="Arial"/>
              </a:rPr>
              <a:t>stream of snapshots</a:t>
            </a:r>
            <a:r>
              <a:rPr b="0" lang="en-US" sz="2000" spc="-1" strike="noStrike">
                <a:solidFill>
                  <a:srgbClr val="4e443c"/>
                </a:solidFill>
                <a:latin typeface="Arial"/>
              </a:rPr>
              <a:t>.</a:t>
            </a:r>
            <a:endParaRPr b="0" lang="en-US" sz="2000" spc="-1" strike="noStrike">
              <a:latin typeface="Arial"/>
            </a:endParaRPr>
          </a:p>
        </p:txBody>
      </p:sp>
      <p:sp>
        <p:nvSpPr>
          <p:cNvPr id="357" name="PlaceHolder 3"/>
          <p:cNvSpPr>
            <a:spLocks noGrp="1"/>
          </p:cNvSpPr>
          <p:nvPr>
            <p:ph type="sldNum" idx="22"/>
          </p:nvPr>
        </p:nvSpPr>
        <p:spPr>
          <a:xfrm>
            <a:off x="3884760" y="8685360"/>
            <a:ext cx="2971080" cy="45648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43214700-74D3-4D34-BDF0-1A60D980FB8D}" type="slidenum">
              <a:rPr b="0" lang="en-US" sz="1200" spc="-1" strike="noStrike">
                <a:latin typeface="Times New Roman"/>
              </a:rPr>
              <a:t>&lt;number&gt;</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BFDD5C80-1146-4106-ABBD-D8BD476AC29C}" type="slidenum">
              <a:t>&lt;#&gt;</a:t>
            </a:fld>
          </a:p>
        </p:txBody>
      </p:sp>
      <p:sp>
        <p:nvSpPr>
          <p:cNvPr id="4" name="PlaceHolder 3"/>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9"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3F9D1720-1F09-4838-80E8-344369FBB909}"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1"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EED6F210-8AD8-4472-B6EB-01C9BC1B10D0}"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3"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4"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301DA91F-E368-4DF9-9F85-87B67DD12FDB}"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08CA91ED-0D72-42C8-BFC0-1F9AB1EB633D}"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6"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B9D0B6A6-B25C-4D63-9D5B-BD5C16E62488}"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8"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9"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20"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17E45109-1600-4570-8C5E-42D44910419D}"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2"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23"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4"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4D4DEA30-F44F-47B7-B758-5E845BC33981}"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6"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7"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8"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3E0C6340-75A1-4420-A17A-8989A8E0D122}"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0"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1"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DC16B27E-8754-4AE3-979E-C6A903A19CFC}"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5"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6"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4159FE48-C695-4233-B776-CE7154601046}" type="slidenum">
              <a:t>&lt;#&gt;</a:t>
            </a:fld>
          </a:p>
        </p:txBody>
      </p:sp>
      <p:sp>
        <p:nvSpPr>
          <p:cNvPr id="9" name="PlaceHolder 8"/>
          <p:cNvSpPr>
            <a:spLocks noGrp="1"/>
          </p:cNvSpPr>
          <p:nvPr>
            <p:ph type="dt" idx="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8"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9"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0"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1"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2"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3"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DFA19EB8-FD84-45AC-8E57-2A91C06430A7}" type="slidenum">
              <a:t>&lt;#&gt;</a:t>
            </a:fld>
          </a:p>
        </p:txBody>
      </p:sp>
      <p:sp>
        <p:nvSpPr>
          <p:cNvPr id="11" name="PlaceHolder 10"/>
          <p:cNvSpPr>
            <a:spLocks noGrp="1"/>
          </p:cNvSpPr>
          <p:nvPr>
            <p:ph type="dt" idx="3"/>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60B5EA5C-720C-4A9D-99CA-74ACD322257D}"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2"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A12460E1-5AB4-4E9C-AAF2-CFC4F2C98770}"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4"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82BD7A1F-AB78-4B27-9E8E-39900A269E8D}"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6"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7"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4EA6B156-9C96-4A4B-983F-3DAB08F85518}"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835B3D7A-7B9D-4750-80EE-A89B2003BFB2}"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9"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1A4B7FE9-CF57-41CE-8F2E-9C6F39BA9987}"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1"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2"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63"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C27455D9-A5D1-40E6-8B3D-F5EC2CB35930}"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5"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6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7"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DFFF7E89-1BEC-4AC3-993C-743C3292EBC0}"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9"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1"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54B65747-6F4D-4825-90EA-C371C2DB8CCE}"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3"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4"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101D5882-4544-4024-A6C6-8B767C4DBFD1}"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6"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7"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8"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9"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5"/>
          </p:nvPr>
        </p:nvSpPr>
        <p:spPr/>
        <p:txBody>
          <a:bodyPr/>
          <a:p>
            <a:fld id="{DB20968F-FB4C-4E89-A94F-3F281C294411}" type="slidenum">
              <a:t>&lt;#&gt;</a:t>
            </a:fld>
          </a:p>
        </p:txBody>
      </p:sp>
      <p:sp>
        <p:nvSpPr>
          <p:cNvPr id="9" name="PlaceHolder 8"/>
          <p:cNvSpPr>
            <a:spLocks noGrp="1"/>
          </p:cNvSpPr>
          <p:nvPr>
            <p:ph type="dt" idx="6"/>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1"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2"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3"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4"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5"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6"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5"/>
          </p:nvPr>
        </p:nvSpPr>
        <p:spPr/>
        <p:txBody>
          <a:bodyPr/>
          <a:p>
            <a:fld id="{9F21ECDC-0F75-4542-86FB-FCA5D73BC18D}" type="slidenum">
              <a:t>&lt;#&gt;</a:t>
            </a:fld>
          </a:p>
        </p:txBody>
      </p:sp>
      <p:sp>
        <p:nvSpPr>
          <p:cNvPr id="11" name="PlaceHolder 10"/>
          <p:cNvSpPr>
            <a:spLocks noGrp="1"/>
          </p:cNvSpPr>
          <p:nvPr>
            <p:ph type="dt" idx="6"/>
          </p:nvPr>
        </p:nvSpPr>
        <p:spPr/>
        <p:txBody>
          <a:bodyPr/>
          <a:p>
            <a:r>
              <a:rPr lang="en-US"/>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32ECF42A-20C6-435D-82FB-62EC3AE58E24}"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95"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87E1116D-3395-4669-B031-364BAA3301EA}"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97"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74036C91-E8F6-41DC-B03D-CAE7B10D5EE1}"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99"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00"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6E58BB74-879E-4F2F-A981-9ED7670A8602}" type="slidenum">
              <a:t>&lt;#&gt;</a:t>
            </a:fld>
          </a:p>
        </p:txBody>
      </p:sp>
      <p:sp>
        <p:nvSpPr>
          <p:cNvPr id="7" name="PlaceHolder 6"/>
          <p:cNvSpPr>
            <a:spLocks noGrp="1"/>
          </p:cNvSpPr>
          <p:nvPr>
            <p:ph type="dt" idx="9"/>
          </p:nvPr>
        </p:nvSpPr>
        <p:spPr/>
        <p:txBody>
          <a:bodyPr/>
          <a:p>
            <a:r>
              <a:rPr lang="en-US"/>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2BECBB75-1E3B-4E8D-99C9-A984484EDC1F}" type="slidenum">
              <a:t>&lt;#&gt;</a:t>
            </a:fld>
          </a:p>
        </p:txBody>
      </p:sp>
      <p:sp>
        <p:nvSpPr>
          <p:cNvPr id="5" name="PlaceHolder 4"/>
          <p:cNvSpPr>
            <a:spLocks noGrp="1"/>
          </p:cNvSpPr>
          <p:nvPr>
            <p:ph type="dt" idx="9"/>
          </p:nvPr>
        </p:nvSpPr>
        <p:spPr/>
        <p:txBody>
          <a:bodyPr/>
          <a:p>
            <a:r>
              <a:rPr lang="en-US"/>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2"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45B22547-5A9B-4B2D-BFE9-2F7F4E6038B1}" type="slidenum">
              <a:t>&lt;#&gt;</a:t>
            </a:fld>
          </a:p>
        </p:txBody>
      </p:sp>
      <p:sp>
        <p:nvSpPr>
          <p:cNvPr id="5" name="PlaceHolder 4"/>
          <p:cNvSpPr>
            <a:spLocks noGrp="1"/>
          </p:cNvSpPr>
          <p:nvPr>
            <p:ph type="dt" idx="9"/>
          </p:nvPr>
        </p:nvSpPr>
        <p:spPr/>
        <p:txBody>
          <a:bodyPr/>
          <a:p>
            <a:r>
              <a:rPr lang="en-US"/>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4"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05"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06"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A29E83A0-797B-4384-97AB-1A3C9B94F732}" type="slidenum">
              <a:t>&lt;#&gt;</a:t>
            </a:fld>
          </a:p>
        </p:txBody>
      </p:sp>
      <p:sp>
        <p:nvSpPr>
          <p:cNvPr id="8" name="PlaceHolder 7"/>
          <p:cNvSpPr>
            <a:spLocks noGrp="1"/>
          </p:cNvSpPr>
          <p:nvPr>
            <p:ph type="dt" idx="9"/>
          </p:nvPr>
        </p:nvSpPr>
        <p:spPr/>
        <p:txBody>
          <a:bodyPr/>
          <a:p>
            <a:r>
              <a:rPr lang="en-US"/>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8"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09"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10"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4324C601-12BA-47C0-9482-A8A82381CD26}" type="slidenum">
              <a:t>&lt;#&gt;</a:t>
            </a:fld>
          </a:p>
        </p:txBody>
      </p:sp>
      <p:sp>
        <p:nvSpPr>
          <p:cNvPr id="8" name="PlaceHolder 7"/>
          <p:cNvSpPr>
            <a:spLocks noGrp="1"/>
          </p:cNvSpPr>
          <p:nvPr>
            <p:ph type="dt" idx="9"/>
          </p:nvPr>
        </p:nvSpPr>
        <p:spPr/>
        <p:txBody>
          <a:bodyPr/>
          <a:p>
            <a:r>
              <a:rPr lang="en-US"/>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12"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13"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14"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31EBB8C4-FD1B-4665-9EF8-3C8FFF01099F}" type="slidenum">
              <a:t>&lt;#&gt;</a:t>
            </a:fld>
          </a:p>
        </p:txBody>
      </p:sp>
      <p:sp>
        <p:nvSpPr>
          <p:cNvPr id="8" name="PlaceHolder 7"/>
          <p:cNvSpPr>
            <a:spLocks noGrp="1"/>
          </p:cNvSpPr>
          <p:nvPr>
            <p:ph type="dt" idx="9"/>
          </p:nvPr>
        </p:nvSpPr>
        <p:spPr/>
        <p:txBody>
          <a:bodyPr/>
          <a:p>
            <a:r>
              <a:rPr lang="en-US"/>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16"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17"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5DE21C81-73FB-49D3-AC0F-518E1BEEA880}" type="slidenum">
              <a:t>&lt;#&gt;</a:t>
            </a:fld>
          </a:p>
        </p:txBody>
      </p:sp>
      <p:sp>
        <p:nvSpPr>
          <p:cNvPr id="7" name="PlaceHolder 6"/>
          <p:cNvSpPr>
            <a:spLocks noGrp="1"/>
          </p:cNvSpPr>
          <p:nvPr>
            <p:ph type="dt" idx="9"/>
          </p:nvPr>
        </p:nvSpPr>
        <p:spPr/>
        <p:txBody>
          <a:bodyPr/>
          <a:p>
            <a:r>
              <a:rPr lang="en-US"/>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19"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2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21"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22"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7"/>
          </p:nvPr>
        </p:nvSpPr>
        <p:spPr/>
        <p:txBody>
          <a:bodyPr/>
          <a:p>
            <a:r>
              <a:t>Footer</a:t>
            </a:r>
          </a:p>
        </p:txBody>
      </p:sp>
      <p:sp>
        <p:nvSpPr>
          <p:cNvPr id="8" name="PlaceHolder 7"/>
          <p:cNvSpPr>
            <a:spLocks noGrp="1"/>
          </p:cNvSpPr>
          <p:nvPr>
            <p:ph type="sldNum" idx="8"/>
          </p:nvPr>
        </p:nvSpPr>
        <p:spPr/>
        <p:txBody>
          <a:bodyPr/>
          <a:p>
            <a:fld id="{7AB33401-E2F4-4B10-BEB2-C56A85857F0A}" type="slidenum">
              <a:t>&lt;#&gt;</a:t>
            </a:fld>
          </a:p>
        </p:txBody>
      </p:sp>
      <p:sp>
        <p:nvSpPr>
          <p:cNvPr id="9" name="PlaceHolder 8"/>
          <p:cNvSpPr>
            <a:spLocks noGrp="1"/>
          </p:cNvSpPr>
          <p:nvPr>
            <p:ph type="dt" idx="9"/>
          </p:nvPr>
        </p:nvSpPr>
        <p:spPr/>
        <p:txBody>
          <a:bodyPr/>
          <a:p>
            <a:r>
              <a:rPr lang="en-US"/>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24"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25"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26"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27"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28"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29"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7"/>
          </p:nvPr>
        </p:nvSpPr>
        <p:spPr/>
        <p:txBody>
          <a:bodyPr/>
          <a:p>
            <a:r>
              <a:t>Footer</a:t>
            </a:r>
          </a:p>
        </p:txBody>
      </p:sp>
      <p:sp>
        <p:nvSpPr>
          <p:cNvPr id="10" name="PlaceHolder 9"/>
          <p:cNvSpPr>
            <a:spLocks noGrp="1"/>
          </p:cNvSpPr>
          <p:nvPr>
            <p:ph type="sldNum" idx="8"/>
          </p:nvPr>
        </p:nvSpPr>
        <p:spPr/>
        <p:txBody>
          <a:bodyPr/>
          <a:p>
            <a:fld id="{CE8E0BE4-0B58-4883-8F7C-BCB711E8CF41}" type="slidenum">
              <a:t>&lt;#&gt;</a:t>
            </a:fld>
          </a:p>
        </p:txBody>
      </p:sp>
      <p:sp>
        <p:nvSpPr>
          <p:cNvPr id="11" name="PlaceHolder 10"/>
          <p:cNvSpPr>
            <a:spLocks noGrp="1"/>
          </p:cNvSpPr>
          <p:nvPr>
            <p:ph type="dt" idx="9"/>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Rectangle 9"/>
          <p:cNvSpPr/>
          <p:nvPr/>
        </p:nvSpPr>
        <p:spPr>
          <a:xfrm>
            <a:off x="0" y="220680"/>
            <a:ext cx="9143280" cy="22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p:style>
      </p:sp>
      <p:sp>
        <p:nvSpPr>
          <p:cNvPr id="1" name="Rectangle 6"/>
          <p:cNvSpPr/>
          <p:nvPr/>
        </p:nvSpPr>
        <p:spPr>
          <a:xfrm>
            <a:off x="0" y="0"/>
            <a:ext cx="9143280" cy="365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2" name="Straight Connector 7"/>
          <p:cNvSpPr/>
          <p:nvPr/>
        </p:nvSpPr>
        <p:spPr>
          <a:xfrm>
            <a:off x="685800" y="3398400"/>
            <a:ext cx="7848360" cy="1440"/>
          </a:xfrm>
          <a:prstGeom prst="line">
            <a:avLst/>
          </a:prstGeom>
          <a:ln w="19050">
            <a:solidFill>
              <a:srgbClr val="d2533c"/>
            </a:solidFill>
            <a:round/>
          </a:ln>
        </p:spPr>
        <p:style>
          <a:lnRef idx="1">
            <a:schemeClr val="accent1"/>
          </a:lnRef>
          <a:fillRef idx="0">
            <a:schemeClr val="accent1"/>
          </a:fillRef>
          <a:effectRef idx="0">
            <a:schemeClr val="accent1"/>
          </a:effectRef>
          <a:fontRef idx="minor"/>
        </p:style>
      </p:sp>
      <p:sp>
        <p:nvSpPr>
          <p:cNvPr id="3" name="PlaceHolder 1"/>
          <p:cNvSpPr>
            <a:spLocks noGrp="1"/>
          </p:cNvSpPr>
          <p:nvPr>
            <p:ph type="title"/>
          </p:nvPr>
        </p:nvSpPr>
        <p:spPr>
          <a:xfrm>
            <a:off x="457200" y="533520"/>
            <a:ext cx="8228880" cy="990000"/>
          </a:xfrm>
          <a:prstGeom prst="rect">
            <a:avLst/>
          </a:prstGeom>
          <a:noFill/>
          <a:ln w="0">
            <a:noFill/>
          </a:ln>
        </p:spPr>
        <p:txBody>
          <a:bodyPr lIns="0" rIns="0" tIns="0" bIns="0" anchor="ctr">
            <a:noAutofit/>
          </a:bodyPr>
          <a:p>
            <a:r>
              <a:rPr b="0" lang="en-US" sz="1800" spc="-1" strike="noStrike">
                <a:latin typeface="Arial"/>
              </a:rPr>
              <a:t>Click to edit the title text format</a:t>
            </a:r>
            <a:endParaRPr b="0" lang="en-US" sz="1800" spc="-1" strike="noStrike">
              <a:latin typeface="Arial"/>
            </a:endParaRPr>
          </a:p>
        </p:txBody>
      </p:sp>
      <p:sp>
        <p:nvSpPr>
          <p:cNvPr id="4" name="PlaceHolder 2"/>
          <p:cNvSpPr>
            <a:spLocks noGrp="1"/>
          </p:cNvSpPr>
          <p:nvPr>
            <p:ph type="ftr" idx="1"/>
          </p:nvPr>
        </p:nvSpPr>
        <p:spPr>
          <a:xfrm>
            <a:off x="3429000" y="18360"/>
            <a:ext cx="4114080" cy="328320"/>
          </a:xfrm>
          <a:prstGeom prst="rect">
            <a:avLst/>
          </a:prstGeom>
          <a:noFill/>
          <a:ln w="0">
            <a:noFill/>
          </a:ln>
        </p:spPr>
        <p:txBody>
          <a:bodyPr lIns="90000" rIns="90000" tIns="45000" bIns="45000" anchor="ctr">
            <a:noAutofit/>
          </a:bodyPr>
          <a:lstStyle>
            <a:lvl1pPr algn="ctr">
              <a:lnSpc>
                <a:spcPct val="100000"/>
              </a:lnSpc>
              <a:buNone/>
              <a:defRPr b="0" lang="en-US" sz="1400" spc="-1" strike="noStrike">
                <a:latin typeface="Times New Roman"/>
              </a:defRPr>
            </a:lvl1pPr>
          </a:lstStyle>
          <a:p>
            <a:pPr algn="ctr">
              <a:lnSpc>
                <a:spcPct val="100000"/>
              </a:lnSpc>
              <a:buNone/>
            </a:pPr>
            <a:r>
              <a:rPr b="0" lang="en-US" sz="1400" spc="-1" strike="noStrike">
                <a:latin typeface="Times New Roman"/>
              </a:rPr>
              <a:t>&lt;footer&gt;</a:t>
            </a:r>
            <a:endParaRPr b="0" lang="en-US" sz="1400" spc="-1" strike="noStrike">
              <a:latin typeface="Times New Roman"/>
            </a:endParaRPr>
          </a:p>
        </p:txBody>
      </p:sp>
      <p:sp>
        <p:nvSpPr>
          <p:cNvPr id="5" name="PlaceHolder 3"/>
          <p:cNvSpPr>
            <a:spLocks noGrp="1"/>
          </p:cNvSpPr>
          <p:nvPr>
            <p:ph type="sldNum" idx="2"/>
          </p:nvPr>
        </p:nvSpPr>
        <p:spPr>
          <a:xfrm>
            <a:off x="7467480" y="6528960"/>
            <a:ext cx="1065960" cy="328320"/>
          </a:xfrm>
          <a:prstGeom prst="rect">
            <a:avLst/>
          </a:prstGeom>
          <a:noFill/>
          <a:ln w="0">
            <a:noFill/>
          </a:ln>
        </p:spPr>
        <p:txBody>
          <a:bodyPr lIns="90000" rIns="90000" tIns="45000" bIns="45000" anchor="ctr">
            <a:noAutofit/>
          </a:bodyPr>
          <a:lstStyle>
            <a:lvl1pPr>
              <a:lnSpc>
                <a:spcPct val="100000"/>
              </a:lnSpc>
              <a:buNone/>
              <a:defRPr b="1" lang="en-US" sz="1400" spc="-1" strike="noStrike">
                <a:solidFill>
                  <a:srgbClr val="6b7d72"/>
                </a:solidFill>
                <a:latin typeface="Arial"/>
              </a:defRPr>
            </a:lvl1pPr>
          </a:lstStyle>
          <a:p>
            <a:pPr>
              <a:lnSpc>
                <a:spcPct val="100000"/>
              </a:lnSpc>
              <a:buNone/>
            </a:pPr>
            <a:fld id="{60D49053-F16A-4592-A29F-0BC936FAF043}" type="slidenum">
              <a:rPr b="1" lang="en-US" sz="1400" spc="-1" strike="noStrike">
                <a:solidFill>
                  <a:srgbClr val="6b7d72"/>
                </a:solidFill>
                <a:latin typeface="Arial"/>
              </a:rPr>
              <a:t>&lt;number&gt;</a:t>
            </a:fld>
            <a:endParaRPr b="0" lang="en-US" sz="1400" spc="-1" strike="noStrike">
              <a:latin typeface="Times New Roman"/>
            </a:endParaRPr>
          </a:p>
        </p:txBody>
      </p:sp>
      <p:sp>
        <p:nvSpPr>
          <p:cNvPr id="6" name="PlaceHolder 4"/>
          <p:cNvSpPr>
            <a:spLocks noGrp="1"/>
          </p:cNvSpPr>
          <p:nvPr>
            <p:ph type="dt" idx="3"/>
          </p:nvPr>
        </p:nvSpPr>
        <p:spPr>
          <a:xfrm>
            <a:off x="457200" y="18360"/>
            <a:ext cx="2894760" cy="32832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7"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Rectangle 9"/>
          <p:cNvSpPr/>
          <p:nvPr/>
        </p:nvSpPr>
        <p:spPr>
          <a:xfrm>
            <a:off x="0" y="220680"/>
            <a:ext cx="9143280" cy="22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p:style>
      </p:sp>
      <p:sp>
        <p:nvSpPr>
          <p:cNvPr id="45" name="Rectangle 6"/>
          <p:cNvSpPr/>
          <p:nvPr/>
        </p:nvSpPr>
        <p:spPr>
          <a:xfrm>
            <a:off x="0" y="0"/>
            <a:ext cx="9143280" cy="365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46" name="PlaceHolder 1"/>
          <p:cNvSpPr>
            <a:spLocks noGrp="1"/>
          </p:cNvSpPr>
          <p:nvPr>
            <p:ph type="ftr" idx="4"/>
          </p:nvPr>
        </p:nvSpPr>
        <p:spPr>
          <a:xfrm>
            <a:off x="3429000" y="18360"/>
            <a:ext cx="4114080" cy="328320"/>
          </a:xfrm>
          <a:prstGeom prst="rect">
            <a:avLst/>
          </a:prstGeom>
          <a:noFill/>
          <a:ln w="0">
            <a:noFill/>
          </a:ln>
        </p:spPr>
        <p:txBody>
          <a:bodyPr lIns="90000" rIns="90000" tIns="45000" bIns="45000" anchor="ctr">
            <a:noAutofit/>
          </a:bodyPr>
          <a:lstStyle>
            <a:lvl1pPr algn="ctr">
              <a:lnSpc>
                <a:spcPct val="100000"/>
              </a:lnSpc>
              <a:buNone/>
              <a:defRPr b="0" lang="en-US" sz="1400" spc="-1" strike="noStrike">
                <a:latin typeface="Times New Roman"/>
              </a:defRPr>
            </a:lvl1pPr>
          </a:lstStyle>
          <a:p>
            <a:pPr algn="ctr">
              <a:lnSpc>
                <a:spcPct val="100000"/>
              </a:lnSpc>
              <a:buNone/>
            </a:pPr>
            <a:r>
              <a:rPr b="0" lang="en-US" sz="1400" spc="-1" strike="noStrike">
                <a:latin typeface="Times New Roman"/>
              </a:rPr>
              <a:t>&lt;footer&gt;</a:t>
            </a:r>
            <a:endParaRPr b="0" lang="en-US" sz="1400" spc="-1" strike="noStrike">
              <a:latin typeface="Times New Roman"/>
            </a:endParaRPr>
          </a:p>
        </p:txBody>
      </p:sp>
      <p:sp>
        <p:nvSpPr>
          <p:cNvPr id="47" name="PlaceHolder 2"/>
          <p:cNvSpPr>
            <a:spLocks noGrp="1"/>
          </p:cNvSpPr>
          <p:nvPr>
            <p:ph type="sldNum" idx="5"/>
          </p:nvPr>
        </p:nvSpPr>
        <p:spPr>
          <a:xfrm>
            <a:off x="7620120" y="18360"/>
            <a:ext cx="1065960" cy="328320"/>
          </a:xfrm>
          <a:prstGeom prst="rect">
            <a:avLst/>
          </a:prstGeom>
          <a:noFill/>
          <a:ln w="0">
            <a:noFill/>
          </a:ln>
        </p:spPr>
        <p:txBody>
          <a:bodyPr lIns="90000" rIns="90000" tIns="45000" bIns="45000" anchor="ctr">
            <a:noAutofit/>
          </a:bodyPr>
          <a:lstStyle>
            <a:lvl1pPr>
              <a:lnSpc>
                <a:spcPct val="100000"/>
              </a:lnSpc>
              <a:buNone/>
              <a:defRPr b="1" lang="en-US" sz="1400" spc="-1" strike="noStrike">
                <a:solidFill>
                  <a:srgbClr val="ffffff"/>
                </a:solidFill>
                <a:latin typeface="Arial"/>
              </a:defRPr>
            </a:lvl1pPr>
          </a:lstStyle>
          <a:p>
            <a:pPr>
              <a:lnSpc>
                <a:spcPct val="100000"/>
              </a:lnSpc>
              <a:buNone/>
            </a:pPr>
            <a:fld id="{43881FF2-4989-4439-B426-0019CB15473E}" type="slidenum">
              <a:rPr b="1" lang="en-US" sz="1400" spc="-1" strike="noStrike">
                <a:solidFill>
                  <a:srgbClr val="ffffff"/>
                </a:solidFill>
                <a:latin typeface="Arial"/>
              </a:rPr>
              <a:t>&lt;number&gt;</a:t>
            </a:fld>
            <a:endParaRPr b="0" lang="en-US" sz="1400" spc="-1" strike="noStrike">
              <a:latin typeface="Times New Roman"/>
            </a:endParaRPr>
          </a:p>
        </p:txBody>
      </p:sp>
      <p:sp>
        <p:nvSpPr>
          <p:cNvPr id="48" name="PlaceHolder 3"/>
          <p:cNvSpPr>
            <a:spLocks noGrp="1"/>
          </p:cNvSpPr>
          <p:nvPr>
            <p:ph type="dt" idx="6"/>
          </p:nvPr>
        </p:nvSpPr>
        <p:spPr>
          <a:xfrm>
            <a:off x="457200" y="18360"/>
            <a:ext cx="2894760" cy="32832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49"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50"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7" name="Rectangle 9"/>
          <p:cNvSpPr/>
          <p:nvPr/>
        </p:nvSpPr>
        <p:spPr>
          <a:xfrm>
            <a:off x="0" y="220680"/>
            <a:ext cx="9143280" cy="22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p:style>
      </p:sp>
      <p:sp>
        <p:nvSpPr>
          <p:cNvPr id="88" name="Rectangle 6"/>
          <p:cNvSpPr/>
          <p:nvPr/>
        </p:nvSpPr>
        <p:spPr>
          <a:xfrm>
            <a:off x="0" y="0"/>
            <a:ext cx="9143280" cy="365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89" name="PlaceHolder 1"/>
          <p:cNvSpPr>
            <a:spLocks noGrp="1"/>
          </p:cNvSpPr>
          <p:nvPr>
            <p:ph type="ftr" idx="7"/>
          </p:nvPr>
        </p:nvSpPr>
        <p:spPr>
          <a:xfrm>
            <a:off x="3429000" y="18360"/>
            <a:ext cx="4114080" cy="328320"/>
          </a:xfrm>
          <a:prstGeom prst="rect">
            <a:avLst/>
          </a:prstGeom>
          <a:noFill/>
          <a:ln w="0">
            <a:noFill/>
          </a:ln>
        </p:spPr>
        <p:txBody>
          <a:bodyPr lIns="90000" rIns="90000" tIns="45000" bIns="45000" anchor="ctr">
            <a:noAutofit/>
          </a:bodyPr>
          <a:lstStyle>
            <a:lvl1pPr algn="ctr">
              <a:lnSpc>
                <a:spcPct val="100000"/>
              </a:lnSpc>
              <a:buNone/>
              <a:defRPr b="0" lang="en-US" sz="1400" spc="-1" strike="noStrike">
                <a:latin typeface="Times New Roman"/>
              </a:defRPr>
            </a:lvl1pPr>
          </a:lstStyle>
          <a:p>
            <a:pPr algn="ctr">
              <a:lnSpc>
                <a:spcPct val="100000"/>
              </a:lnSpc>
              <a:buNone/>
            </a:pPr>
            <a:r>
              <a:rPr b="0" lang="en-US" sz="1400" spc="-1" strike="noStrike">
                <a:latin typeface="Times New Roman"/>
              </a:rPr>
              <a:t>&lt;footer&gt;</a:t>
            </a:r>
            <a:endParaRPr b="0" lang="en-US" sz="1400" spc="-1" strike="noStrike">
              <a:latin typeface="Times New Roman"/>
            </a:endParaRPr>
          </a:p>
        </p:txBody>
      </p:sp>
      <p:sp>
        <p:nvSpPr>
          <p:cNvPr id="90" name="PlaceHolder 2"/>
          <p:cNvSpPr>
            <a:spLocks noGrp="1"/>
          </p:cNvSpPr>
          <p:nvPr>
            <p:ph type="sldNum" idx="8"/>
          </p:nvPr>
        </p:nvSpPr>
        <p:spPr>
          <a:xfrm>
            <a:off x="7620120" y="6501240"/>
            <a:ext cx="1065960" cy="328320"/>
          </a:xfrm>
          <a:prstGeom prst="rect">
            <a:avLst/>
          </a:prstGeom>
          <a:noFill/>
          <a:ln w="0">
            <a:noFill/>
          </a:ln>
        </p:spPr>
        <p:txBody>
          <a:bodyPr lIns="90000" rIns="90000" tIns="45000" bIns="45000" anchor="ctr">
            <a:noAutofit/>
          </a:bodyPr>
          <a:lstStyle>
            <a:lvl1pPr>
              <a:lnSpc>
                <a:spcPct val="100000"/>
              </a:lnSpc>
              <a:buNone/>
              <a:defRPr b="1" lang="en-US" sz="1400" spc="-1" strike="noStrike">
                <a:solidFill>
                  <a:srgbClr val="454f5d"/>
                </a:solidFill>
                <a:latin typeface="Arial"/>
              </a:defRPr>
            </a:lvl1pPr>
          </a:lstStyle>
          <a:p>
            <a:pPr>
              <a:lnSpc>
                <a:spcPct val="100000"/>
              </a:lnSpc>
              <a:buNone/>
            </a:pPr>
            <a:fld id="{753137D4-A0B5-44F4-AF63-84AE081EF6B3}" type="slidenum">
              <a:rPr b="1" lang="en-US" sz="1400" spc="-1" strike="noStrike">
                <a:solidFill>
                  <a:srgbClr val="454f5d"/>
                </a:solidFill>
                <a:latin typeface="Arial"/>
              </a:rPr>
              <a:t>&lt;number&gt;</a:t>
            </a:fld>
            <a:endParaRPr b="0" lang="en-US" sz="1400" spc="-1" strike="noStrike">
              <a:latin typeface="Times New Roman"/>
            </a:endParaRPr>
          </a:p>
        </p:txBody>
      </p:sp>
      <p:sp>
        <p:nvSpPr>
          <p:cNvPr id="91" name="PlaceHolder 3"/>
          <p:cNvSpPr>
            <a:spLocks noGrp="1"/>
          </p:cNvSpPr>
          <p:nvPr>
            <p:ph type="dt" idx="9"/>
          </p:nvPr>
        </p:nvSpPr>
        <p:spPr>
          <a:xfrm>
            <a:off x="457200" y="18360"/>
            <a:ext cx="2894760" cy="32832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92"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93"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3.jpeg"/><Relationship Id="rId3" Type="http://schemas.openxmlformats.org/officeDocument/2006/relationships/image" Target="../media/image4.png"/><Relationship Id="rId4" Type="http://schemas.openxmlformats.org/officeDocument/2006/relationships/image" Target="../media/image5.jpeg"/><Relationship Id="rId5"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diagramData" Target="../diagrams/data1.xml"/><Relationship Id="rId2" Type="http://schemas.openxmlformats.org/officeDocument/2006/relationships/diagramLayout" Target="../diagrams/layout1.xml"/><Relationship Id="rId3" Type="http://schemas.openxmlformats.org/officeDocument/2006/relationships/diagramQuickStyle" Target="../diagrams/quickStyle1.xml"/><Relationship Id="rId4" Type="http://schemas.openxmlformats.org/officeDocument/2006/relationships/diagramColors" Target="../diagrams/colors1.xml"/><Relationship Id="rId5" Type="http://schemas.microsoft.com/office/2007/relationships/diagramDrawing" Target="../diagrams/drawing1.xml"/><Relationship Id="rId6"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hyperlink" Target="https://www.kernel.org/" TargetMode="External"/><Relationship Id="rId2"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3.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diagramData" Target="../diagrams/data2.xml"/><Relationship Id="rId2" Type="http://schemas.openxmlformats.org/officeDocument/2006/relationships/diagramLayout" Target="../diagrams/layout2.xml"/><Relationship Id="rId3" Type="http://schemas.openxmlformats.org/officeDocument/2006/relationships/diagramQuickStyle" Target="../diagrams/quickStyle2.xml"/><Relationship Id="rId4" Type="http://schemas.openxmlformats.org/officeDocument/2006/relationships/diagramColors" Target="../diagrams/colors2.xml"/><Relationship Id="rId5" Type="http://schemas.microsoft.com/office/2007/relationships/diagramDrawing" Target="../diagrams/drawing2.xml"/><Relationship Id="rId6" Type="http://schemas.openxmlformats.org/officeDocument/2006/relationships/image" Target="../media/image11.jpeg"/><Relationship Id="rId7" Type="http://schemas.openxmlformats.org/officeDocument/2006/relationships/image" Target="../media/image12.png"/><Relationship Id="rId8"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4.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3.xml"/>
</Relationships>
</file>

<file path=ppt/slides/_rels/slide25.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slideLayout" Target="../slideLayouts/slideLayout13.xml"/><Relationship Id="rId4"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2.xml.rels><?xml version="1.0" encoding="UTF-8"?>
<Relationships xmlns="http://schemas.openxmlformats.org/package/2006/relationships"><Relationship Id="rId1" Type="http://schemas.openxmlformats.org/officeDocument/2006/relationships/hyperlink" Target="https://cgold.readthedocs.io/en/latest/overview/cmake-can.html" TargetMode="External"/><Relationship Id="rId2" Type="http://schemas.openxmlformats.org/officeDocument/2006/relationships/slideLayout" Target="../slideLayouts/slideLayout13.xml"/><Relationship Id="rId3"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39.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25.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2.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25.xml"/>
</Relationships>
</file>

<file path=ppt/slides/_rels/slide43.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25.xml"/><Relationship Id="rId3"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5.xml"/><Relationship Id="rId3"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25.xml"/>
</Relationships>
</file>

<file path=ppt/slides/_rels/slide47.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25.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9.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slideLayout" Target="../slideLayouts/slideLayout25.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8.png"/><Relationship Id="rId3" Type="http://schemas.openxmlformats.org/officeDocument/2006/relationships/slideLayout" Target="../slideLayouts/slideLayout25.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4.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13.xml"/><Relationship Id="rId3"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685800" y="1371600"/>
            <a:ext cx="7848000" cy="1926360"/>
          </a:xfrm>
          <a:prstGeom prst="rect">
            <a:avLst/>
          </a:prstGeom>
          <a:noFill/>
          <a:ln w="0">
            <a:noFill/>
          </a:ln>
        </p:spPr>
        <p:txBody>
          <a:bodyPr lIns="0" rIns="0" tIns="0" bIns="0" anchor="b">
            <a:noAutofit/>
          </a:bodyPr>
          <a:p>
            <a:pPr>
              <a:lnSpc>
                <a:spcPct val="100000"/>
              </a:lnSpc>
              <a:buNone/>
            </a:pPr>
            <a:r>
              <a:rPr b="0" lang="en-US" sz="3200" spc="-100" strike="noStrike" cap="all">
                <a:solidFill>
                  <a:srgbClr val="d2533c"/>
                </a:solidFill>
                <a:latin typeface="Arial"/>
              </a:rPr>
              <a:t>Embedded system</a:t>
            </a:r>
            <a:br>
              <a:rPr sz="5400"/>
            </a:br>
            <a:r>
              <a:rPr b="1" lang="en-US" sz="5400" spc="-100" strike="noStrike" cap="all">
                <a:solidFill>
                  <a:srgbClr val="d2533c"/>
                </a:solidFill>
                <a:latin typeface="Arial"/>
              </a:rPr>
              <a:t>Linux on Embedded system</a:t>
            </a:r>
            <a:endParaRPr b="0" lang="en-US" sz="5400" spc="-1" strike="noStrike">
              <a:latin typeface="Arial"/>
            </a:endParaRPr>
          </a:p>
        </p:txBody>
      </p:sp>
      <p:sp>
        <p:nvSpPr>
          <p:cNvPr id="137" name="PlaceHolder 2"/>
          <p:cNvSpPr>
            <a:spLocks noGrp="1"/>
          </p:cNvSpPr>
          <p:nvPr>
            <p:ph type="subTitle"/>
          </p:nvPr>
        </p:nvSpPr>
        <p:spPr>
          <a:xfrm>
            <a:off x="685800" y="3505320"/>
            <a:ext cx="6780960" cy="1751760"/>
          </a:xfrm>
          <a:prstGeom prst="rect">
            <a:avLst/>
          </a:prstGeom>
          <a:noFill/>
          <a:ln w="0">
            <a:noFill/>
          </a:ln>
        </p:spPr>
        <p:txBody>
          <a:bodyPr lIns="0" rIns="0" tIns="0" bIns="0" anchor="t">
            <a:noAutofit/>
          </a:bodyPr>
          <a:p>
            <a:pPr>
              <a:lnSpc>
                <a:spcPct val="100000"/>
              </a:lnSpc>
              <a:spcBef>
                <a:spcPts val="479"/>
              </a:spcBef>
              <a:buNone/>
              <a:tabLst>
                <a:tab algn="l" pos="0"/>
              </a:tabLst>
            </a:pPr>
            <a:r>
              <a:rPr b="0" lang="en-US" sz="2400" spc="-1" strike="noStrike">
                <a:solidFill>
                  <a:srgbClr val="57576e"/>
                </a:solidFill>
                <a:latin typeface="Arial"/>
              </a:rPr>
              <a:t>HCMUTE – Faculty of Mechanical Engineering</a:t>
            </a:r>
            <a:endParaRPr b="0" lang="en-US" sz="2400" spc="-1" strike="noStrike">
              <a:latin typeface="Arial"/>
            </a:endParaRPr>
          </a:p>
          <a:p>
            <a:pPr>
              <a:lnSpc>
                <a:spcPct val="100000"/>
              </a:lnSpc>
              <a:spcBef>
                <a:spcPts val="479"/>
              </a:spcBef>
              <a:buNone/>
              <a:tabLst>
                <a:tab algn="l" pos="0"/>
              </a:tabLst>
            </a:pPr>
            <a:r>
              <a:rPr b="0" lang="en-US" sz="2400" spc="-1" strike="noStrike">
                <a:solidFill>
                  <a:srgbClr val="57576e"/>
                </a:solidFill>
                <a:latin typeface="Arial"/>
              </a:rPr>
              <a:t>Lecturer: PhD. Bui Ha Duc</a:t>
            </a:r>
            <a:endParaRPr b="0" lang="en-US" sz="2400" spc="-1" strike="noStrike">
              <a:latin typeface="Arial"/>
            </a:endParaRPr>
          </a:p>
        </p:txBody>
      </p:sp>
      <p:sp>
        <p:nvSpPr>
          <p:cNvPr id="4" name="PlaceHolder 3"/>
          <p:cNvSpPr>
            <a:spLocks noGrp="1"/>
          </p:cNvSpPr>
          <p:nvPr>
            <p:ph type="sldNum" idx="2"/>
          </p:nvPr>
        </p:nvSpPr>
        <p:spPr/>
        <p:txBody>
          <a:bodyPr/>
          <a:p>
            <a:fld id="{94BFAC22-07AC-491F-8A04-EA78B15FD38E}" type="slidenum">
              <a:t>1</a:t>
            </a:fld>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gn="ctr">
              <a:buNone/>
            </a:pPr>
            <a:endParaRPr b="0" lang="en-US" sz="4400" spc="-1" strike="noStrike">
              <a:latin typeface="Arial"/>
            </a:endParaRPr>
          </a:p>
        </p:txBody>
      </p:sp>
      <p:pic>
        <p:nvPicPr>
          <p:cNvPr id="139" name="Content Placeholder 3" descr=""/>
          <p:cNvPicPr/>
          <p:nvPr/>
        </p:nvPicPr>
        <p:blipFill>
          <a:blip r:embed="rId1"/>
          <a:stretch/>
        </p:blipFill>
        <p:spPr>
          <a:xfrm>
            <a:off x="666720" y="457200"/>
            <a:ext cx="7809840" cy="6247800"/>
          </a:xfrm>
          <a:prstGeom prst="rect">
            <a:avLst/>
          </a:prstGeom>
          <a:ln w="0">
            <a:noFill/>
          </a:ln>
        </p:spPr>
      </p:pic>
      <p:sp>
        <p:nvSpPr>
          <p:cNvPr id="3" name="PlaceHolder 2"/>
          <p:cNvSpPr>
            <a:spLocks noGrp="1"/>
          </p:cNvSpPr>
          <p:nvPr>
            <p:ph type="sldNum" idx="5"/>
          </p:nvPr>
        </p:nvSpPr>
        <p:spPr/>
        <p:txBody>
          <a:bodyPr/>
          <a:p>
            <a:fld id="{46C80BD8-E47B-4FED-800D-8F53A593BE0A}"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Linux vs Windows</a:t>
            </a:r>
            <a:endParaRPr b="0" lang="en-US" sz="4000" spc="-1" strike="noStrike">
              <a:latin typeface="Arial"/>
            </a:endParaRPr>
          </a:p>
        </p:txBody>
      </p:sp>
      <p:sp>
        <p:nvSpPr>
          <p:cNvPr id="141" name="PlaceHolder 2"/>
          <p:cNvSpPr>
            <a:spLocks noGrp="1"/>
          </p:cNvSpPr>
          <p:nvPr>
            <p:ph/>
          </p:nvPr>
        </p:nvSpPr>
        <p:spPr>
          <a:xfrm>
            <a:off x="457200" y="1600200"/>
            <a:ext cx="8228880" cy="4876200"/>
          </a:xfrm>
          <a:prstGeom prst="rect">
            <a:avLst/>
          </a:prstGeom>
          <a:noFill/>
          <a:ln w="0">
            <a:noFill/>
          </a:ln>
        </p:spPr>
        <p:txBody>
          <a:bodyPr lIns="90000" rIns="90000" tIns="45000" bIns="45000" anchor="t">
            <a:noAutofit/>
          </a:bodyPr>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First look - Graphic user interface:</a:t>
            </a:r>
            <a:endParaRPr b="0" lang="en-US" sz="2400" spc="-1" strike="noStrike">
              <a:latin typeface="Arial"/>
            </a:endParaRPr>
          </a:p>
        </p:txBody>
      </p:sp>
      <p:pic>
        <p:nvPicPr>
          <p:cNvPr id="142" name="Picture 3" descr=""/>
          <p:cNvPicPr/>
          <p:nvPr/>
        </p:nvPicPr>
        <p:blipFill>
          <a:blip r:embed="rId1"/>
          <a:srcRect l="0" t="0" r="31776" b="0"/>
          <a:stretch/>
        </p:blipFill>
        <p:spPr>
          <a:xfrm>
            <a:off x="1285920" y="2255400"/>
            <a:ext cx="2673360" cy="2010960"/>
          </a:xfrm>
          <a:prstGeom prst="rect">
            <a:avLst/>
          </a:prstGeom>
          <a:ln w="0">
            <a:noFill/>
          </a:ln>
        </p:spPr>
      </p:pic>
      <p:pic>
        <p:nvPicPr>
          <p:cNvPr id="143" name="Picture 4" descr=""/>
          <p:cNvPicPr/>
          <p:nvPr/>
        </p:nvPicPr>
        <p:blipFill>
          <a:blip r:embed="rId2"/>
          <a:stretch/>
        </p:blipFill>
        <p:spPr>
          <a:xfrm>
            <a:off x="5562720" y="2255400"/>
            <a:ext cx="2986920" cy="2010960"/>
          </a:xfrm>
          <a:prstGeom prst="rect">
            <a:avLst/>
          </a:prstGeom>
          <a:ln w="0">
            <a:noFill/>
          </a:ln>
        </p:spPr>
      </p:pic>
      <p:pic>
        <p:nvPicPr>
          <p:cNvPr id="144" name="Picture 6" descr=""/>
          <p:cNvPicPr/>
          <p:nvPr/>
        </p:nvPicPr>
        <p:blipFill>
          <a:blip r:embed="rId3"/>
          <a:stretch/>
        </p:blipFill>
        <p:spPr>
          <a:xfrm>
            <a:off x="1277640" y="4564440"/>
            <a:ext cx="2681640" cy="2010960"/>
          </a:xfrm>
          <a:prstGeom prst="rect">
            <a:avLst/>
          </a:prstGeom>
          <a:ln w="0">
            <a:noFill/>
          </a:ln>
        </p:spPr>
      </p:pic>
      <p:pic>
        <p:nvPicPr>
          <p:cNvPr id="145" name="Picture 7" descr=""/>
          <p:cNvPicPr/>
          <p:nvPr/>
        </p:nvPicPr>
        <p:blipFill>
          <a:blip r:embed="rId4"/>
          <a:stretch/>
        </p:blipFill>
        <p:spPr>
          <a:xfrm>
            <a:off x="5606280" y="4564440"/>
            <a:ext cx="2943000" cy="2010960"/>
          </a:xfrm>
          <a:prstGeom prst="rect">
            <a:avLst/>
          </a:prstGeom>
          <a:ln w="0">
            <a:noFill/>
          </a:ln>
        </p:spPr>
      </p:pic>
      <p:sp>
        <p:nvSpPr>
          <p:cNvPr id="146" name="TextBox 8"/>
          <p:cNvSpPr/>
          <p:nvPr/>
        </p:nvSpPr>
        <p:spPr>
          <a:xfrm>
            <a:off x="171000" y="3076560"/>
            <a:ext cx="110592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1800" spc="-1" strike="noStrike">
                <a:solidFill>
                  <a:srgbClr val="292934"/>
                </a:solidFill>
                <a:latin typeface="Arial"/>
                <a:ea typeface="DejaVu Sans"/>
              </a:rPr>
              <a:t>Windows</a:t>
            </a:r>
            <a:endParaRPr b="0" lang="en-US" sz="1800" spc="-1" strike="noStrike">
              <a:latin typeface="Arial"/>
            </a:endParaRPr>
          </a:p>
        </p:txBody>
      </p:sp>
      <p:sp>
        <p:nvSpPr>
          <p:cNvPr id="147" name="TextBox 9"/>
          <p:cNvSpPr/>
          <p:nvPr/>
        </p:nvSpPr>
        <p:spPr>
          <a:xfrm>
            <a:off x="4578120" y="3076560"/>
            <a:ext cx="915120" cy="6382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1800" spc="-1" strike="noStrike">
                <a:solidFill>
                  <a:srgbClr val="292934"/>
                </a:solidFill>
                <a:latin typeface="Arial"/>
                <a:ea typeface="DejaVu Sans"/>
              </a:rPr>
              <a:t>Linux</a:t>
            </a:r>
            <a:endParaRPr b="0" lang="en-US" sz="1800" spc="-1" strike="noStrike">
              <a:latin typeface="Arial"/>
            </a:endParaRPr>
          </a:p>
          <a:p>
            <a:pPr>
              <a:lnSpc>
                <a:spcPct val="100000"/>
              </a:lnSpc>
              <a:buNone/>
            </a:pPr>
            <a:r>
              <a:rPr b="0" lang="en-US" sz="1800" spc="-1" strike="noStrike">
                <a:solidFill>
                  <a:srgbClr val="292934"/>
                </a:solidFill>
                <a:latin typeface="Arial"/>
                <a:ea typeface="DejaVu Sans"/>
              </a:rPr>
              <a:t>Ubuntu</a:t>
            </a:r>
            <a:endParaRPr b="0" lang="en-US" sz="1800" spc="-1" strike="noStrike">
              <a:latin typeface="Arial"/>
            </a:endParaRPr>
          </a:p>
        </p:txBody>
      </p:sp>
      <p:sp>
        <p:nvSpPr>
          <p:cNvPr id="148" name="TextBox 10"/>
          <p:cNvSpPr/>
          <p:nvPr/>
        </p:nvSpPr>
        <p:spPr>
          <a:xfrm>
            <a:off x="169920" y="5202000"/>
            <a:ext cx="903240" cy="6382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1800" spc="-1" strike="noStrike">
                <a:solidFill>
                  <a:srgbClr val="292934"/>
                </a:solidFill>
                <a:latin typeface="Arial"/>
                <a:ea typeface="DejaVu Sans"/>
              </a:rPr>
              <a:t>Linux</a:t>
            </a:r>
            <a:endParaRPr b="0" lang="en-US" sz="1800" spc="-1" strike="noStrike">
              <a:latin typeface="Arial"/>
            </a:endParaRPr>
          </a:p>
          <a:p>
            <a:pPr>
              <a:lnSpc>
                <a:spcPct val="100000"/>
              </a:lnSpc>
              <a:buNone/>
            </a:pPr>
            <a:r>
              <a:rPr b="0" lang="en-US" sz="1800" spc="-1" strike="noStrike">
                <a:solidFill>
                  <a:srgbClr val="292934"/>
                </a:solidFill>
                <a:latin typeface="Arial"/>
                <a:ea typeface="DejaVu Sans"/>
              </a:rPr>
              <a:t>Fedora</a:t>
            </a:r>
            <a:endParaRPr b="0" lang="en-US" sz="1800" spc="-1" strike="noStrike">
              <a:latin typeface="Arial"/>
            </a:endParaRPr>
          </a:p>
        </p:txBody>
      </p:sp>
      <p:sp>
        <p:nvSpPr>
          <p:cNvPr id="149" name="TextBox 11"/>
          <p:cNvSpPr/>
          <p:nvPr/>
        </p:nvSpPr>
        <p:spPr>
          <a:xfrm>
            <a:off x="4696200" y="5247000"/>
            <a:ext cx="901440" cy="6382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1800" spc="-1" strike="noStrike">
                <a:solidFill>
                  <a:srgbClr val="292934"/>
                </a:solidFill>
                <a:latin typeface="Arial"/>
                <a:ea typeface="DejaVu Sans"/>
              </a:rPr>
              <a:t>Linux</a:t>
            </a:r>
            <a:endParaRPr b="0" lang="en-US" sz="1800" spc="-1" strike="noStrike">
              <a:latin typeface="Arial"/>
            </a:endParaRPr>
          </a:p>
          <a:p>
            <a:pPr>
              <a:lnSpc>
                <a:spcPct val="100000"/>
              </a:lnSpc>
              <a:buNone/>
            </a:pPr>
            <a:r>
              <a:rPr b="0" lang="en-US" sz="1800" spc="-1" strike="noStrike">
                <a:solidFill>
                  <a:srgbClr val="292934"/>
                </a:solidFill>
                <a:latin typeface="Arial"/>
                <a:ea typeface="DejaVu Sans"/>
              </a:rPr>
              <a:t>Debian</a:t>
            </a:r>
            <a:endParaRPr b="0" lang="en-US" sz="1800" spc="-1" strike="noStrike">
              <a:latin typeface="Arial"/>
            </a:endParaRPr>
          </a:p>
        </p:txBody>
      </p:sp>
      <p:sp>
        <p:nvSpPr>
          <p:cNvPr id="4" name="PlaceHolder 3"/>
          <p:cNvSpPr>
            <a:spLocks noGrp="1"/>
          </p:cNvSpPr>
          <p:nvPr>
            <p:ph type="sldNum" idx="5"/>
          </p:nvPr>
        </p:nvSpPr>
        <p:spPr/>
        <p:txBody>
          <a:bodyPr/>
          <a:p>
            <a:fld id="{89723F90-A712-40CE-8029-0AACCA899891}"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Linux vs Windows</a:t>
            </a:r>
            <a:endParaRPr b="0" lang="en-US" sz="4000" spc="-1" strike="noStrike">
              <a:latin typeface="Arial"/>
            </a:endParaRPr>
          </a:p>
        </p:txBody>
      </p:sp>
      <p:graphicFrame>
        <p:nvGraphicFramePr>
          <p:cNvPr id="151" name="Content Placeholder 4"/>
          <p:cNvGraphicFramePr/>
          <p:nvPr/>
        </p:nvGraphicFramePr>
        <p:xfrm>
          <a:off x="457200" y="1600200"/>
          <a:ext cx="8229240" cy="3424680"/>
        </p:xfrm>
        <a:graphic>
          <a:graphicData uri="http://schemas.openxmlformats.org/drawingml/2006/table">
            <a:tbl>
              <a:tblPr/>
              <a:tblGrid>
                <a:gridCol w="4114800"/>
                <a:gridCol w="4114800"/>
              </a:tblGrid>
              <a:tr h="370800">
                <a:tc>
                  <a:txBody>
                    <a:bodyPr anchor="t">
                      <a:noAutofit/>
                    </a:bodyPr>
                    <a:p>
                      <a:pPr algn="ctr">
                        <a:lnSpc>
                          <a:spcPct val="100000"/>
                        </a:lnSpc>
                        <a:buNone/>
                      </a:pPr>
                      <a:r>
                        <a:rPr b="1" lang="en-US" sz="1800" spc="-1" strike="noStrike">
                          <a:solidFill>
                            <a:srgbClr val="ffffff"/>
                          </a:solidFill>
                          <a:latin typeface="Arial"/>
                        </a:rPr>
                        <a:t>Linux</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93a299"/>
                    </a:solidFill>
                  </a:tcPr>
                </a:tc>
                <a:tc>
                  <a:txBody>
                    <a:bodyPr anchor="t">
                      <a:noAutofit/>
                    </a:bodyPr>
                    <a:p>
                      <a:pPr algn="ctr">
                        <a:lnSpc>
                          <a:spcPct val="100000"/>
                        </a:lnSpc>
                        <a:buNone/>
                      </a:pPr>
                      <a:r>
                        <a:rPr b="1" lang="en-US" sz="1800" spc="-1" strike="noStrike">
                          <a:solidFill>
                            <a:srgbClr val="ffffff"/>
                          </a:solidFill>
                          <a:latin typeface="Arial"/>
                        </a:rPr>
                        <a:t>Windows</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93a299"/>
                    </a:solidFill>
                  </a:tcPr>
                </a:tc>
              </a:tr>
              <a:tr h="603720">
                <a:tc>
                  <a:txBody>
                    <a:bodyPr anchor="t">
                      <a:noAutofit/>
                    </a:bodyPr>
                    <a:p>
                      <a:pPr>
                        <a:lnSpc>
                          <a:spcPct val="100000"/>
                        </a:lnSpc>
                        <a:buNone/>
                      </a:pPr>
                      <a:r>
                        <a:rPr b="0" lang="en-US" sz="1800" spc="-1" strike="noStrike">
                          <a:solidFill>
                            <a:srgbClr val="292934"/>
                          </a:solidFill>
                          <a:latin typeface="Arial"/>
                        </a:rPr>
                        <a:t>Open Source; </a:t>
                      </a:r>
                      <a:endParaRPr b="0" lang="en-US" sz="1800" spc="-1" strike="noStrike">
                        <a:latin typeface="Arial"/>
                      </a:endParaRPr>
                    </a:p>
                    <a:p>
                      <a:pPr>
                        <a:lnSpc>
                          <a:spcPct val="100000"/>
                        </a:lnSpc>
                        <a:buNone/>
                      </a:pPr>
                      <a:r>
                        <a:rPr b="1" lang="en-US" sz="1800" spc="-1" strike="noStrike">
                          <a:solidFill>
                            <a:srgbClr val="292934"/>
                          </a:solidFill>
                          <a:latin typeface="Arial"/>
                        </a:rPr>
                        <a:t>“</a:t>
                      </a:r>
                      <a:r>
                        <a:rPr b="1" lang="en-US" sz="1800" spc="-1" strike="noStrike">
                          <a:solidFill>
                            <a:srgbClr val="292934"/>
                          </a:solidFill>
                          <a:latin typeface="Arial"/>
                        </a:rPr>
                        <a:t>Free”</a:t>
                      </a:r>
                      <a:r>
                        <a:rPr b="0" lang="en-US" sz="1800" spc="-1" strike="noStrike">
                          <a:solidFill>
                            <a:srgbClr val="292934"/>
                          </a:solidFill>
                          <a:latin typeface="Arial"/>
                        </a:rPr>
                        <a:t> to distribute, download, modify</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cdfdd"/>
                    </a:solidFill>
                  </a:tcPr>
                </a:tc>
                <a:tc>
                  <a:txBody>
                    <a:bodyPr anchor="t">
                      <a:noAutofit/>
                    </a:bodyPr>
                    <a:p>
                      <a:pPr>
                        <a:lnSpc>
                          <a:spcPct val="100000"/>
                        </a:lnSpc>
                        <a:buNone/>
                      </a:pPr>
                      <a:r>
                        <a:rPr b="0" lang="en-US" sz="1800" spc="-1" strike="noStrike">
                          <a:solidFill>
                            <a:srgbClr val="292934"/>
                          </a:solidFill>
                          <a:latin typeface="Arial"/>
                        </a:rPr>
                        <a:t>$$</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cdfdd"/>
                    </a:solidFill>
                  </a:tcPr>
                </a:tc>
              </a:tr>
              <a:tr h="1115640">
                <a:tc>
                  <a:txBody>
                    <a:bodyPr anchor="t">
                      <a:noAutofit/>
                    </a:bodyPr>
                    <a:p>
                      <a:pPr>
                        <a:lnSpc>
                          <a:spcPct val="100000"/>
                        </a:lnSpc>
                        <a:buNone/>
                      </a:pPr>
                      <a:r>
                        <a:rPr b="0" lang="en-US" sz="1800" spc="-1" strike="noStrike">
                          <a:solidFill>
                            <a:srgbClr val="292934"/>
                          </a:solidFill>
                          <a:latin typeface="Arial"/>
                        </a:rPr>
                        <a:t>Can be installed on a </a:t>
                      </a:r>
                      <a:r>
                        <a:rPr b="1" lang="en-US" sz="1800" spc="-1" strike="noStrike">
                          <a:solidFill>
                            <a:srgbClr val="292934"/>
                          </a:solidFill>
                          <a:latin typeface="Arial"/>
                        </a:rPr>
                        <a:t>wide variety of computer hardware</a:t>
                      </a:r>
                      <a:r>
                        <a:rPr b="0" lang="en-US" sz="1800" spc="-1" strike="noStrike">
                          <a:solidFill>
                            <a:srgbClr val="292934"/>
                          </a:solidFill>
                          <a:latin typeface="Arial"/>
                        </a:rPr>
                        <a:t> (mobile phones, tablet computers, video game consoles, supercomputers)</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ef0ef"/>
                    </a:solidFill>
                  </a:tcPr>
                </a:tc>
                <a:tc>
                  <a:txBody>
                    <a:bodyPr anchor="t">
                      <a:noAutofit/>
                    </a:bodyPr>
                    <a:p>
                      <a:pPr>
                        <a:lnSpc>
                          <a:spcPct val="100000"/>
                        </a:lnSpc>
                        <a:buNone/>
                      </a:pPr>
                      <a:r>
                        <a:rPr b="0" lang="en-US" sz="1800" spc="-1" strike="noStrike">
                          <a:solidFill>
                            <a:srgbClr val="292934"/>
                          </a:solidFill>
                          <a:latin typeface="Arial"/>
                        </a:rPr>
                        <a:t>On PC's desktops, laptops, servers and some phones</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ef0ef"/>
                    </a:solidFill>
                  </a:tcPr>
                </a:tc>
              </a:tr>
              <a:tr h="603720">
                <a:tc>
                  <a:txBody>
                    <a:bodyPr anchor="t">
                      <a:noAutofit/>
                    </a:bodyPr>
                    <a:p>
                      <a:pPr>
                        <a:lnSpc>
                          <a:spcPct val="100000"/>
                        </a:lnSpc>
                        <a:buNone/>
                      </a:pPr>
                      <a:r>
                        <a:rPr b="0" lang="en-US" sz="1800" spc="-1" strike="noStrike">
                          <a:solidFill>
                            <a:srgbClr val="292934"/>
                          </a:solidFill>
                          <a:latin typeface="Arial"/>
                        </a:rPr>
                        <a:t>File system support: Ext2, Ext3, Ext4</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cdfdd"/>
                    </a:solidFill>
                  </a:tcPr>
                </a:tc>
                <a:tc>
                  <a:txBody>
                    <a:bodyPr anchor="t">
                      <a:noAutofit/>
                    </a:bodyPr>
                    <a:p>
                      <a:pPr>
                        <a:lnSpc>
                          <a:spcPct val="100000"/>
                        </a:lnSpc>
                        <a:buNone/>
                      </a:pPr>
                      <a:r>
                        <a:rPr b="0" lang="en-US" sz="1800" spc="-1" strike="noStrike">
                          <a:solidFill>
                            <a:srgbClr val="292934"/>
                          </a:solidFill>
                          <a:latin typeface="Arial"/>
                        </a:rPr>
                        <a:t>File system support: FAT, FAT32, NTFS</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cdfdd"/>
                    </a:solidFill>
                  </a:tcPr>
                </a:tc>
              </a:tr>
              <a:tr h="360360">
                <a:tc>
                  <a:txBody>
                    <a:bodyPr anchor="t">
                      <a:noAutofit/>
                    </a:bodyPr>
                    <a:p>
                      <a:pPr>
                        <a:lnSpc>
                          <a:spcPct val="100000"/>
                        </a:lnSpc>
                        <a:buNone/>
                      </a:pPr>
                      <a:r>
                        <a:rPr b="0" lang="en-US" sz="1800" spc="-1" strike="noStrike">
                          <a:solidFill>
                            <a:srgbClr val="292934"/>
                          </a:solidFill>
                          <a:latin typeface="Arial"/>
                        </a:rPr>
                        <a:t>Text command: </a:t>
                      </a:r>
                      <a:r>
                        <a:rPr b="1" lang="en-US" sz="1800" spc="-1" strike="noStrike">
                          <a:solidFill>
                            <a:srgbClr val="292934"/>
                          </a:solidFill>
                          <a:latin typeface="Arial"/>
                        </a:rPr>
                        <a:t>BASH</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ef0ef"/>
                    </a:solidFill>
                  </a:tcPr>
                </a:tc>
                <a:tc>
                  <a:txBody>
                    <a:bodyPr anchor="t">
                      <a:noAutofit/>
                    </a:bodyPr>
                    <a:p>
                      <a:pPr>
                        <a:lnSpc>
                          <a:spcPct val="100000"/>
                        </a:lnSpc>
                        <a:buNone/>
                      </a:pPr>
                      <a:r>
                        <a:rPr b="0" lang="en-US" sz="1800" spc="-1" strike="noStrike">
                          <a:solidFill>
                            <a:srgbClr val="292934"/>
                          </a:solidFill>
                          <a:latin typeface="Arial"/>
                        </a:rPr>
                        <a:t>Text command: DOS – like commands</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ef0ef"/>
                    </a:solidFill>
                  </a:tcPr>
                </a:tc>
              </a:tr>
              <a:tr h="370800">
                <a:tc>
                  <a:txBody>
                    <a:bodyPr anchor="t">
                      <a:noAutofit/>
                    </a:bodyPr>
                    <a:p>
                      <a:pPr>
                        <a:lnSpc>
                          <a:spcPct val="100000"/>
                        </a:lnSpc>
                        <a:buNone/>
                      </a:pPr>
                      <a:r>
                        <a:rPr b="0" lang="en-US" sz="1800" spc="-1" strike="noStrike">
                          <a:solidFill>
                            <a:srgbClr val="292934"/>
                          </a:solidFill>
                          <a:latin typeface="Arial"/>
                        </a:rPr>
                        <a:t>User interface: GNOME or KDE</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cdfdd"/>
                    </a:solidFill>
                  </a:tcPr>
                </a:tc>
                <a:tc>
                  <a:txBody>
                    <a:bodyPr anchor="t">
                      <a:noAutofit/>
                    </a:bodyPr>
                    <a:p>
                      <a:pPr>
                        <a:lnSpc>
                          <a:spcPct val="100000"/>
                        </a:lnSpc>
                        <a:buNone/>
                      </a:pPr>
                      <a:r>
                        <a:rPr b="0" lang="en-US" sz="1800" spc="-1" strike="noStrike">
                          <a:solidFill>
                            <a:srgbClr val="292934"/>
                          </a:solidFill>
                          <a:latin typeface="Arial"/>
                        </a:rPr>
                        <a:t>Windows Aero</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cdfdd"/>
                    </a:solidFill>
                  </a:tcPr>
                </a:tc>
              </a:tr>
            </a:tbl>
          </a:graphicData>
        </a:graphic>
      </p:graphicFrame>
      <p:sp>
        <p:nvSpPr>
          <p:cNvPr id="3" name="PlaceHolder 2"/>
          <p:cNvSpPr>
            <a:spLocks noGrp="1"/>
          </p:cNvSpPr>
          <p:nvPr>
            <p:ph type="sldNum" idx="5"/>
          </p:nvPr>
        </p:nvSpPr>
        <p:spPr/>
        <p:txBody>
          <a:bodyPr/>
          <a:p>
            <a:fld id="{5A22E56D-9DD1-429A-AB32-CDE55A7E5198}"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Linux process</a:t>
            </a:r>
            <a:endParaRPr b="0" lang="en-US" sz="4000" spc="-1" strike="noStrike">
              <a:latin typeface="Arial"/>
            </a:endParaRPr>
          </a:p>
        </p:txBody>
      </p:sp>
      <p:graphicFrame>
        <p:nvGraphicFramePr>
          <p:cNvPr id="1" name="Diagram1"/>
          <p:cNvGraphicFramePr/>
          <p:nvPr>
            <p:extLst>
              <p:ext uri="{D42A27DB-BD31-4B8C-83A1-F6EECF244321}">
                <p14:modId xmlns:p14="http://schemas.microsoft.com/office/powerpoint/2010/main" val="2609885094"/>
              </p:ext>
            </p:extLst>
          </p:nvPr>
        </p:nvGraphicFramePr>
        <p:xfrm>
          <a:off x="457200" y="1600200"/>
          <a:ext cx="8228880" cy="182808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53" name="TextBox 5"/>
          <p:cNvSpPr/>
          <p:nvPr/>
        </p:nvSpPr>
        <p:spPr>
          <a:xfrm>
            <a:off x="533520" y="3352680"/>
            <a:ext cx="3733200" cy="3107160"/>
          </a:xfrm>
          <a:prstGeom prst="rect">
            <a:avLst/>
          </a:prstGeom>
          <a:noFill/>
          <a:ln w="28575">
            <a:solidFill>
              <a:srgbClr val="866c49"/>
            </a:solidFill>
            <a:round/>
          </a:ln>
        </p:spPr>
        <p:style>
          <a:lnRef idx="0"/>
          <a:fillRef idx="0"/>
          <a:effectRef idx="0"/>
          <a:fontRef idx="minor"/>
        </p:style>
        <p:txBody>
          <a:bodyPr lIns="90000" rIns="90000" tIns="45000" bIns="45000" anchor="t">
            <a:spAutoFit/>
          </a:bodyPr>
          <a:p>
            <a:pPr>
              <a:lnSpc>
                <a:spcPct val="100000"/>
              </a:lnSpc>
              <a:buNone/>
            </a:pPr>
            <a:r>
              <a:rPr b="1" lang="en-US" sz="1800" spc="-1" strike="noStrike">
                <a:solidFill>
                  <a:srgbClr val="292934"/>
                </a:solidFill>
                <a:latin typeface="Arial"/>
                <a:ea typeface="DejaVu Sans"/>
              </a:rPr>
              <a:t>Bootloader:</a:t>
            </a:r>
            <a:endParaRPr b="0" lang="en-US" sz="1800" spc="-1" strike="noStrike">
              <a:latin typeface="Arial"/>
            </a:endParaRPr>
          </a:p>
          <a:p>
            <a:pPr marL="285840" indent="-285840">
              <a:lnSpc>
                <a:spcPct val="100000"/>
              </a:lnSpc>
              <a:buClr>
                <a:srgbClr val="292934"/>
              </a:buClr>
              <a:buFont typeface="Arial"/>
              <a:buChar char="•"/>
            </a:pPr>
            <a:r>
              <a:rPr b="0" lang="en-US" sz="1800" spc="-1" strike="noStrike">
                <a:solidFill>
                  <a:srgbClr val="292934"/>
                </a:solidFill>
                <a:latin typeface="Arial"/>
                <a:ea typeface="DejaVu Sans"/>
              </a:rPr>
              <a:t>Configuration of </a:t>
            </a:r>
            <a:r>
              <a:rPr b="0" lang="en-US" sz="1800" spc="-1" strike="noStrike">
                <a:solidFill>
                  <a:srgbClr val="0070c0"/>
                </a:solidFill>
                <a:latin typeface="Arial"/>
                <a:ea typeface="DejaVu Sans"/>
              </a:rPr>
              <a:t>system memory</a:t>
            </a:r>
            <a:endParaRPr b="0" lang="en-US" sz="1800" spc="-1" strike="noStrike">
              <a:latin typeface="Arial"/>
            </a:endParaRPr>
          </a:p>
          <a:p>
            <a:pPr marL="285840" indent="-285840">
              <a:lnSpc>
                <a:spcPct val="100000"/>
              </a:lnSpc>
              <a:buClr>
                <a:srgbClr val="292934"/>
              </a:buClr>
              <a:buFont typeface="Arial"/>
              <a:buChar char="•"/>
            </a:pPr>
            <a:r>
              <a:rPr b="0" lang="en-US" sz="1800" spc="-1" strike="noStrike">
                <a:solidFill>
                  <a:srgbClr val="292934"/>
                </a:solidFill>
                <a:latin typeface="Arial"/>
                <a:ea typeface="DejaVu Sans"/>
              </a:rPr>
              <a:t>Loading of the </a:t>
            </a:r>
            <a:r>
              <a:rPr b="0" lang="en-US" sz="1800" spc="-1" strike="noStrike">
                <a:solidFill>
                  <a:srgbClr val="0070c0"/>
                </a:solidFill>
                <a:latin typeface="Arial"/>
                <a:ea typeface="DejaVu Sans"/>
              </a:rPr>
              <a:t>kernel image </a:t>
            </a:r>
            <a:r>
              <a:rPr b="0" lang="en-US" sz="1800" spc="-1" strike="noStrike">
                <a:solidFill>
                  <a:srgbClr val="292934"/>
                </a:solidFill>
                <a:latin typeface="Arial"/>
                <a:ea typeface="DejaVu Sans"/>
              </a:rPr>
              <a:t>and the </a:t>
            </a:r>
            <a:r>
              <a:rPr b="0" lang="en-US" sz="1800" spc="-1" strike="noStrike">
                <a:solidFill>
                  <a:srgbClr val="0070c0"/>
                </a:solidFill>
                <a:latin typeface="Arial"/>
                <a:ea typeface="DejaVu Sans"/>
              </a:rPr>
              <a:t>Device Tree</a:t>
            </a:r>
            <a:r>
              <a:rPr b="0" lang="en-US" sz="1800" spc="-1" strike="noStrike">
                <a:solidFill>
                  <a:srgbClr val="292934"/>
                </a:solidFill>
                <a:latin typeface="Arial"/>
                <a:ea typeface="DejaVu Sans"/>
              </a:rPr>
              <a:t> at the correct addresses</a:t>
            </a:r>
            <a:endParaRPr b="0" lang="en-US" sz="1800" spc="-1" strike="noStrike">
              <a:latin typeface="Arial"/>
            </a:endParaRPr>
          </a:p>
          <a:p>
            <a:pPr marL="285840" indent="-285840">
              <a:lnSpc>
                <a:spcPct val="100000"/>
              </a:lnSpc>
              <a:buClr>
                <a:srgbClr val="292934"/>
              </a:buClr>
              <a:buFont typeface="Arial"/>
              <a:buChar char="•"/>
            </a:pPr>
            <a:r>
              <a:rPr b="0" lang="en-US" sz="1800" spc="-1" strike="noStrike">
                <a:solidFill>
                  <a:srgbClr val="292934"/>
                </a:solidFill>
                <a:latin typeface="Arial"/>
                <a:ea typeface="DejaVu Sans"/>
              </a:rPr>
              <a:t>Optional loading of an </a:t>
            </a:r>
            <a:r>
              <a:rPr b="0" lang="en-US" sz="1800" spc="-1" strike="noStrike">
                <a:solidFill>
                  <a:srgbClr val="0070c0"/>
                </a:solidFill>
                <a:latin typeface="Arial"/>
                <a:ea typeface="DejaVu Sans"/>
              </a:rPr>
              <a:t>initial Ram disk </a:t>
            </a:r>
            <a:r>
              <a:rPr b="0" lang="en-US" sz="1800" spc="-1" strike="noStrike">
                <a:solidFill>
                  <a:srgbClr val="292934"/>
                </a:solidFill>
                <a:latin typeface="Arial"/>
                <a:ea typeface="DejaVu Sans"/>
              </a:rPr>
              <a:t>at the correct memory address</a:t>
            </a:r>
            <a:endParaRPr b="0" lang="en-US" sz="1800" spc="-1" strike="noStrike">
              <a:latin typeface="Arial"/>
            </a:endParaRPr>
          </a:p>
          <a:p>
            <a:pPr marL="285840" indent="-285840">
              <a:lnSpc>
                <a:spcPct val="100000"/>
              </a:lnSpc>
              <a:buClr>
                <a:srgbClr val="292934"/>
              </a:buClr>
              <a:buFont typeface="Arial"/>
              <a:buChar char="•"/>
            </a:pPr>
            <a:r>
              <a:rPr b="0" lang="en-US" sz="1800" spc="-1" strike="noStrike">
                <a:solidFill>
                  <a:srgbClr val="292934"/>
                </a:solidFill>
                <a:latin typeface="Arial"/>
                <a:ea typeface="DejaVu Sans"/>
              </a:rPr>
              <a:t>Setting of the kernel </a:t>
            </a:r>
            <a:r>
              <a:rPr b="0" lang="en-US" sz="1800" spc="-1" strike="noStrike">
                <a:solidFill>
                  <a:srgbClr val="0070c0"/>
                </a:solidFill>
                <a:latin typeface="Arial"/>
                <a:ea typeface="DejaVu Sans"/>
              </a:rPr>
              <a:t>command-line</a:t>
            </a:r>
            <a:r>
              <a:rPr b="0" lang="en-US" sz="1800" spc="-1" strike="noStrike">
                <a:solidFill>
                  <a:srgbClr val="292934"/>
                </a:solidFill>
                <a:latin typeface="Arial"/>
                <a:ea typeface="DejaVu Sans"/>
              </a:rPr>
              <a:t> and </a:t>
            </a:r>
            <a:r>
              <a:rPr b="0" lang="en-US" sz="1800" spc="-1" strike="noStrike">
                <a:solidFill>
                  <a:srgbClr val="0070c0"/>
                </a:solidFill>
                <a:latin typeface="Arial"/>
                <a:ea typeface="DejaVu Sans"/>
              </a:rPr>
              <a:t>other parameters</a:t>
            </a:r>
            <a:endParaRPr b="0" lang="en-US" sz="1800" spc="-1" strike="noStrike">
              <a:latin typeface="Arial"/>
            </a:endParaRPr>
          </a:p>
        </p:txBody>
      </p:sp>
      <p:sp>
        <p:nvSpPr>
          <p:cNvPr id="154" name="TextBox 6"/>
          <p:cNvSpPr/>
          <p:nvPr/>
        </p:nvSpPr>
        <p:spPr>
          <a:xfrm>
            <a:off x="4895280" y="3352680"/>
            <a:ext cx="3943080" cy="3381480"/>
          </a:xfrm>
          <a:prstGeom prst="rect">
            <a:avLst/>
          </a:prstGeom>
          <a:solidFill>
            <a:srgbClr val="ffffff"/>
          </a:solidFill>
          <a:ln>
            <a:solidFill>
              <a:srgbClr val="5c697c"/>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00000"/>
              </a:lnSpc>
              <a:buNone/>
            </a:pPr>
            <a:r>
              <a:rPr b="1" lang="en-US" sz="1800" spc="-1" strike="noStrike">
                <a:solidFill>
                  <a:srgbClr val="292934"/>
                </a:solidFill>
                <a:latin typeface="Arial"/>
                <a:ea typeface="DejaVu Sans"/>
              </a:rPr>
              <a:t>Kernel:</a:t>
            </a:r>
            <a:endParaRPr b="0" lang="en-US" sz="1800" spc="-1" strike="noStrike">
              <a:latin typeface="Arial"/>
            </a:endParaRPr>
          </a:p>
          <a:p>
            <a:pPr marL="285840" indent="-285840">
              <a:lnSpc>
                <a:spcPct val="100000"/>
              </a:lnSpc>
              <a:buClr>
                <a:srgbClr val="292934"/>
              </a:buClr>
              <a:buFont typeface="Arial"/>
              <a:buChar char="•"/>
            </a:pPr>
            <a:r>
              <a:rPr b="0" lang="en-US" sz="1800" spc="-1" strike="noStrike">
                <a:solidFill>
                  <a:srgbClr val="292934"/>
                </a:solidFill>
                <a:latin typeface="Arial"/>
                <a:ea typeface="DejaVu Sans"/>
              </a:rPr>
              <a:t>The </a:t>
            </a:r>
            <a:r>
              <a:rPr b="1" lang="en-US" sz="1800" spc="-1" strike="noStrike">
                <a:solidFill>
                  <a:srgbClr val="0070c0"/>
                </a:solidFill>
                <a:latin typeface="Arial"/>
                <a:ea typeface="DejaVu Sans"/>
              </a:rPr>
              <a:t>core and lowest level </a:t>
            </a:r>
            <a:r>
              <a:rPr b="0" lang="en-US" sz="1800" spc="-1" strike="noStrike">
                <a:solidFill>
                  <a:srgbClr val="292934"/>
                </a:solidFill>
                <a:latin typeface="Arial"/>
                <a:ea typeface="DejaVu Sans"/>
              </a:rPr>
              <a:t>of the software running on a Linux system</a:t>
            </a:r>
            <a:endParaRPr b="0" lang="en-US" sz="1800" spc="-1" strike="noStrike">
              <a:latin typeface="Arial"/>
            </a:endParaRPr>
          </a:p>
          <a:p>
            <a:pPr marL="285840" indent="-285840">
              <a:lnSpc>
                <a:spcPct val="100000"/>
              </a:lnSpc>
              <a:buClr>
                <a:srgbClr val="292934"/>
              </a:buClr>
              <a:buFont typeface="Arial"/>
              <a:buChar char="•"/>
            </a:pPr>
            <a:r>
              <a:rPr b="0" lang="en-US" sz="1800" spc="-1" strike="noStrike">
                <a:solidFill>
                  <a:srgbClr val="292934"/>
                </a:solidFill>
                <a:latin typeface="Arial"/>
                <a:ea typeface="DejaVu Sans"/>
              </a:rPr>
              <a:t>Managing the hardware</a:t>
            </a:r>
            <a:endParaRPr b="0" lang="en-US" sz="1800" spc="-1" strike="noStrike">
              <a:latin typeface="Arial"/>
            </a:endParaRPr>
          </a:p>
          <a:p>
            <a:pPr marL="285840" indent="-285840">
              <a:lnSpc>
                <a:spcPct val="100000"/>
              </a:lnSpc>
              <a:buClr>
                <a:srgbClr val="292934"/>
              </a:buClr>
              <a:buFont typeface="Arial"/>
              <a:buChar char="•"/>
            </a:pPr>
            <a:r>
              <a:rPr b="0" lang="en-US" sz="1800" spc="-1" strike="noStrike">
                <a:solidFill>
                  <a:srgbClr val="292934"/>
                </a:solidFill>
                <a:latin typeface="Arial"/>
                <a:ea typeface="DejaVu Sans"/>
              </a:rPr>
              <a:t>Running user programs</a:t>
            </a:r>
            <a:endParaRPr b="0" lang="en-US" sz="1800" spc="-1" strike="noStrike">
              <a:latin typeface="Arial"/>
            </a:endParaRPr>
          </a:p>
          <a:p>
            <a:pPr marL="285840" indent="-285840">
              <a:lnSpc>
                <a:spcPct val="100000"/>
              </a:lnSpc>
              <a:buClr>
                <a:srgbClr val="292934"/>
              </a:buClr>
              <a:buFont typeface="Arial"/>
              <a:buChar char="•"/>
            </a:pPr>
            <a:r>
              <a:rPr b="0" lang="en-US" sz="1800" spc="-1" strike="noStrike">
                <a:solidFill>
                  <a:srgbClr val="292934"/>
                </a:solidFill>
                <a:latin typeface="Arial"/>
                <a:ea typeface="DejaVu Sans"/>
              </a:rPr>
              <a:t>Running the user program</a:t>
            </a:r>
            <a:endParaRPr b="0" lang="en-US" sz="1800" spc="-1" strike="noStrike">
              <a:latin typeface="Arial"/>
            </a:endParaRPr>
          </a:p>
          <a:p>
            <a:pPr marL="285840" indent="-285840">
              <a:lnSpc>
                <a:spcPct val="100000"/>
              </a:lnSpc>
              <a:buClr>
                <a:srgbClr val="292934"/>
              </a:buClr>
              <a:buFont typeface="Arial"/>
              <a:buChar char="•"/>
            </a:pPr>
            <a:r>
              <a:rPr b="0" lang="en-US" sz="1800" spc="-1" strike="noStrike">
                <a:solidFill>
                  <a:srgbClr val="292934"/>
                </a:solidFill>
                <a:latin typeface="Arial"/>
                <a:ea typeface="DejaVu Sans"/>
              </a:rPr>
              <a:t>Maintaining the overall security and integrity of the whole system</a:t>
            </a:r>
            <a:endParaRPr b="0" lang="en-US" sz="1800" spc="-1" strike="noStrike">
              <a:latin typeface="Arial"/>
            </a:endParaRPr>
          </a:p>
          <a:p>
            <a:pPr marL="285840" indent="-285840">
              <a:lnSpc>
                <a:spcPct val="100000"/>
              </a:lnSpc>
              <a:buClr>
                <a:srgbClr val="292934"/>
              </a:buClr>
              <a:buFont typeface="Arial"/>
              <a:buChar char="•"/>
            </a:pPr>
            <a:r>
              <a:rPr b="0" lang="en-US" sz="1800" spc="-1" strike="noStrike">
                <a:solidFill>
                  <a:srgbClr val="292934"/>
                </a:solidFill>
                <a:latin typeface="Arial"/>
                <a:ea typeface="DejaVu Sans"/>
              </a:rPr>
              <a:t>kernel are loaded into </a:t>
            </a:r>
            <a:r>
              <a:rPr b="1" lang="en-US" sz="1800" spc="-1" strike="noStrike">
                <a:solidFill>
                  <a:srgbClr val="0070c0"/>
                </a:solidFill>
                <a:latin typeface="Arial"/>
                <a:ea typeface="DejaVu Sans"/>
              </a:rPr>
              <a:t>protected areas of memory</a:t>
            </a:r>
            <a:r>
              <a:rPr b="0" lang="en-US" sz="1800" spc="-1" strike="noStrike">
                <a:solidFill>
                  <a:srgbClr val="292934"/>
                </a:solidFill>
                <a:latin typeface="Arial"/>
                <a:ea typeface="DejaVu Sans"/>
              </a:rPr>
              <a:t> so that they can't be overwritten</a:t>
            </a:r>
            <a:endParaRPr b="0" lang="en-US" sz="1800" spc="-1" strike="noStrike">
              <a:latin typeface="Arial"/>
            </a:endParaRPr>
          </a:p>
        </p:txBody>
      </p:sp>
      <p:sp>
        <p:nvSpPr>
          <p:cNvPr id="155" name="TextBox 8"/>
          <p:cNvSpPr/>
          <p:nvPr/>
        </p:nvSpPr>
        <p:spPr>
          <a:xfrm>
            <a:off x="5181480" y="1238760"/>
            <a:ext cx="281880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i="1" lang="en-US" sz="1800" spc="-1" strike="noStrike">
                <a:solidFill>
                  <a:srgbClr val="866c49"/>
                </a:solidFill>
                <a:latin typeface="Arial"/>
                <a:ea typeface="DejaVu Sans"/>
              </a:rPr>
              <a:t>Linus wrote his own OS kernel in 1991</a:t>
            </a:r>
            <a:endParaRPr b="0" lang="en-US" sz="1800" spc="-1" strike="noStrike">
              <a:latin typeface="Arial"/>
            </a:endParaRPr>
          </a:p>
        </p:txBody>
      </p:sp>
      <p:sp>
        <p:nvSpPr>
          <p:cNvPr id="3" name="PlaceHolder 2"/>
          <p:cNvSpPr>
            <a:spLocks noGrp="1"/>
          </p:cNvSpPr>
          <p:nvPr>
            <p:ph type="sldNum" idx="5"/>
          </p:nvPr>
        </p:nvSpPr>
        <p:spPr/>
        <p:txBody>
          <a:bodyPr/>
          <a:p>
            <a:fld id="{C0ECBCCF-7467-438C-AEC9-D01EAD632FDE}"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Components of an Operating System</a:t>
            </a:r>
            <a:endParaRPr b="0" lang="en-US" sz="4000" spc="-1" strike="noStrike">
              <a:latin typeface="Arial"/>
            </a:endParaRPr>
          </a:p>
        </p:txBody>
      </p:sp>
      <p:pic>
        <p:nvPicPr>
          <p:cNvPr id="157" name="Content Placeholder 5" descr=""/>
          <p:cNvPicPr/>
          <p:nvPr/>
        </p:nvPicPr>
        <p:blipFill>
          <a:blip r:embed="rId1"/>
          <a:stretch/>
        </p:blipFill>
        <p:spPr>
          <a:xfrm>
            <a:off x="1752480" y="1905120"/>
            <a:ext cx="6664680" cy="4203000"/>
          </a:xfrm>
          <a:prstGeom prst="rect">
            <a:avLst/>
          </a:prstGeom>
          <a:ln w="28575">
            <a:solidFill>
              <a:srgbClr val="ffc000"/>
            </a:solidFill>
            <a:prstDash val="sysDash"/>
            <a:round/>
          </a:ln>
        </p:spPr>
      </p:pic>
      <p:sp>
        <p:nvSpPr>
          <p:cNvPr id="158" name="TextBox 6"/>
          <p:cNvSpPr/>
          <p:nvPr/>
        </p:nvSpPr>
        <p:spPr>
          <a:xfrm>
            <a:off x="314280" y="1754280"/>
            <a:ext cx="129456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800" spc="-1" strike="noStrike">
                <a:solidFill>
                  <a:srgbClr val="ffc000"/>
                </a:solidFill>
                <a:latin typeface="Arial"/>
                <a:ea typeface="DejaVu Sans"/>
              </a:rPr>
              <a:t>Operating System</a:t>
            </a:r>
            <a:endParaRPr b="0" lang="en-US" sz="1800" spc="-1" strike="noStrike">
              <a:latin typeface="Arial"/>
            </a:endParaRPr>
          </a:p>
        </p:txBody>
      </p:sp>
      <p:sp>
        <p:nvSpPr>
          <p:cNvPr id="159" name="TextBox 7"/>
          <p:cNvSpPr/>
          <p:nvPr/>
        </p:nvSpPr>
        <p:spPr>
          <a:xfrm>
            <a:off x="456480" y="2677680"/>
            <a:ext cx="129456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800" spc="-1" strike="noStrike">
                <a:solidFill>
                  <a:srgbClr val="0070c0"/>
                </a:solidFill>
                <a:latin typeface="Arial"/>
                <a:ea typeface="DejaVu Sans"/>
              </a:rPr>
              <a:t>Open</a:t>
            </a:r>
            <a:endParaRPr b="0" lang="en-US" sz="1800" spc="-1" strike="noStrike">
              <a:latin typeface="Arial"/>
            </a:endParaRPr>
          </a:p>
          <a:p>
            <a:pPr>
              <a:lnSpc>
                <a:spcPct val="100000"/>
              </a:lnSpc>
              <a:buNone/>
            </a:pPr>
            <a:r>
              <a:rPr b="1" lang="en-US" sz="1800" spc="-1" strike="noStrike">
                <a:solidFill>
                  <a:srgbClr val="0070c0"/>
                </a:solidFill>
                <a:latin typeface="Arial"/>
                <a:ea typeface="DejaVu Sans"/>
              </a:rPr>
              <a:t>Access</a:t>
            </a:r>
            <a:endParaRPr b="0" lang="en-US" sz="1800" spc="-1" strike="noStrike">
              <a:latin typeface="Arial"/>
            </a:endParaRPr>
          </a:p>
        </p:txBody>
      </p:sp>
      <p:sp>
        <p:nvSpPr>
          <p:cNvPr id="160" name="TextBox 8"/>
          <p:cNvSpPr/>
          <p:nvPr/>
        </p:nvSpPr>
        <p:spPr>
          <a:xfrm>
            <a:off x="385920" y="4952880"/>
            <a:ext cx="129456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800" spc="-1" strike="noStrike">
                <a:solidFill>
                  <a:srgbClr val="0070c0"/>
                </a:solidFill>
                <a:latin typeface="Arial"/>
                <a:ea typeface="DejaVu Sans"/>
              </a:rPr>
              <a:t>Protected</a:t>
            </a:r>
            <a:endParaRPr b="0" lang="en-US" sz="1800" spc="-1" strike="noStrike">
              <a:latin typeface="Arial"/>
            </a:endParaRPr>
          </a:p>
        </p:txBody>
      </p:sp>
      <p:sp>
        <p:nvSpPr>
          <p:cNvPr id="161" name="Straight Connector 10"/>
          <p:cNvSpPr/>
          <p:nvPr/>
        </p:nvSpPr>
        <p:spPr>
          <a:xfrm>
            <a:off x="456480" y="4014720"/>
            <a:ext cx="8534880" cy="360"/>
          </a:xfrm>
          <a:prstGeom prst="line">
            <a:avLst/>
          </a:prstGeom>
          <a:ln w="28575">
            <a:solidFill>
              <a:srgbClr val="ff0000"/>
            </a:solidFill>
            <a:prstDash val="dash"/>
            <a:round/>
          </a:ln>
        </p:spPr>
        <p:style>
          <a:lnRef idx="1">
            <a:schemeClr val="accent1"/>
          </a:lnRef>
          <a:fillRef idx="0">
            <a:schemeClr val="accent1"/>
          </a:fillRef>
          <a:effectRef idx="0">
            <a:schemeClr val="accent1"/>
          </a:effectRef>
          <a:fontRef idx="minor"/>
        </p:style>
      </p:sp>
      <p:sp>
        <p:nvSpPr>
          <p:cNvPr id="3" name="PlaceHolder 2"/>
          <p:cNvSpPr>
            <a:spLocks noGrp="1"/>
          </p:cNvSpPr>
          <p:nvPr>
            <p:ph type="sldNum" idx="5"/>
          </p:nvPr>
        </p:nvSpPr>
        <p:spPr/>
        <p:txBody>
          <a:bodyPr/>
          <a:p>
            <a:fld id="{393A8912-852A-4047-AE51-603EA0C148A2}"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Linux Kernel</a:t>
            </a:r>
            <a:endParaRPr b="0" lang="en-US" sz="4000" spc="-1" strike="noStrike">
              <a:latin typeface="Arial"/>
            </a:endParaRPr>
          </a:p>
        </p:txBody>
      </p:sp>
      <p:sp>
        <p:nvSpPr>
          <p:cNvPr id="163" name="PlaceHolder 2"/>
          <p:cNvSpPr>
            <a:spLocks noGrp="1"/>
          </p:cNvSpPr>
          <p:nvPr>
            <p:ph/>
          </p:nvPr>
        </p:nvSpPr>
        <p:spPr>
          <a:xfrm>
            <a:off x="457200" y="1600200"/>
            <a:ext cx="8228880" cy="4876200"/>
          </a:xfrm>
          <a:prstGeom prst="rect">
            <a:avLst/>
          </a:prstGeom>
          <a:noFill/>
          <a:ln w="0">
            <a:noFill/>
          </a:ln>
        </p:spPr>
        <p:txBody>
          <a:bodyPr lIns="90000" rIns="90000" tIns="45000" bIns="45000" anchor="t">
            <a:noAutofit/>
          </a:bodyPr>
          <a:p>
            <a:pPr marL="182880" indent="-182880">
              <a:lnSpc>
                <a:spcPct val="100000"/>
              </a:lnSpc>
              <a:spcBef>
                <a:spcPts val="479"/>
              </a:spcBef>
              <a:spcAft>
                <a:spcPts val="601"/>
              </a:spcAft>
              <a:buClr>
                <a:srgbClr val="93a299"/>
              </a:buClr>
              <a:buSzPct val="85000"/>
              <a:buFont typeface="Arial"/>
              <a:buChar char="•"/>
            </a:pPr>
            <a:r>
              <a:rPr b="0" lang="en-US" sz="2400" spc="-1" strike="noStrike">
                <a:solidFill>
                  <a:srgbClr val="292934"/>
                </a:solidFill>
                <a:latin typeface="Arial"/>
              </a:rPr>
              <a:t>Kernel is the core of Linux operating systems</a:t>
            </a:r>
            <a:endParaRPr b="0" lang="en-US" sz="2400" spc="-1" strike="noStrike">
              <a:latin typeface="Arial"/>
            </a:endParaRPr>
          </a:p>
          <a:p>
            <a:pPr marL="182880" indent="-182880">
              <a:lnSpc>
                <a:spcPct val="100000"/>
              </a:lnSpc>
              <a:spcBef>
                <a:spcPts val="479"/>
              </a:spcBef>
              <a:spcAft>
                <a:spcPts val="601"/>
              </a:spcAft>
              <a:buClr>
                <a:srgbClr val="93a299"/>
              </a:buClr>
              <a:buSzPct val="85000"/>
              <a:buFont typeface="Arial"/>
              <a:buChar char="•"/>
            </a:pPr>
            <a:r>
              <a:rPr b="0" lang="en-US" sz="2400" spc="-1" strike="noStrike">
                <a:solidFill>
                  <a:srgbClr val="292934"/>
                </a:solidFill>
                <a:latin typeface="Arial"/>
              </a:rPr>
              <a:t>Official website:</a:t>
            </a:r>
            <a:endParaRPr b="0" lang="en-US" sz="2400" spc="-1" strike="noStrike">
              <a:latin typeface="Arial"/>
            </a:endParaRPr>
          </a:p>
          <a:p>
            <a:pPr>
              <a:lnSpc>
                <a:spcPct val="100000"/>
              </a:lnSpc>
              <a:spcBef>
                <a:spcPts val="479"/>
              </a:spcBef>
              <a:spcAft>
                <a:spcPts val="601"/>
              </a:spcAft>
              <a:buNone/>
              <a:tabLst>
                <a:tab algn="l" pos="0"/>
              </a:tabLst>
            </a:pPr>
            <a:r>
              <a:rPr b="0" lang="en-US" sz="2400" spc="-1" strike="noStrike">
                <a:solidFill>
                  <a:srgbClr val="292934"/>
                </a:solidFill>
                <a:latin typeface="Arial"/>
              </a:rPr>
              <a:t>        </a:t>
            </a:r>
            <a:r>
              <a:rPr b="0" lang="en-US" sz="2400" spc="-1" strike="noStrike" u="sng">
                <a:solidFill>
                  <a:srgbClr val="0000ff"/>
                </a:solidFill>
                <a:uFillTx/>
                <a:latin typeface="Arial"/>
                <a:hlinkClick r:id="rId1"/>
              </a:rPr>
              <a:t>https://www.kernel.org/</a:t>
            </a:r>
            <a:endParaRPr b="0" lang="en-US" sz="2400" spc="-1" strike="noStrike">
              <a:latin typeface="Arial"/>
            </a:endParaRPr>
          </a:p>
          <a:p>
            <a:pPr marL="182880" indent="-182880">
              <a:lnSpc>
                <a:spcPct val="100000"/>
              </a:lnSpc>
              <a:spcBef>
                <a:spcPts val="479"/>
              </a:spcBef>
              <a:spcAft>
                <a:spcPts val="601"/>
              </a:spcAft>
              <a:buClr>
                <a:srgbClr val="93a299"/>
              </a:buClr>
              <a:buSzPct val="85000"/>
              <a:buFont typeface="Arial"/>
              <a:buChar char="•"/>
              <a:tabLst>
                <a:tab algn="l" pos="0"/>
              </a:tabLst>
            </a:pPr>
            <a:r>
              <a:rPr b="0" lang="en-US" sz="2400" spc="-1" strike="noStrike">
                <a:solidFill>
                  <a:srgbClr val="292934"/>
                </a:solidFill>
                <a:latin typeface="Arial"/>
              </a:rPr>
              <a:t>OS based on Linux kernel – Linux Distributions</a:t>
            </a:r>
            <a:endParaRPr b="0" lang="en-US" sz="2400" spc="-1" strike="noStrike">
              <a:latin typeface="Arial"/>
            </a:endParaRPr>
          </a:p>
          <a:p>
            <a:pPr lvl="1" marL="457200" indent="-182880">
              <a:lnSpc>
                <a:spcPct val="100000"/>
              </a:lnSpc>
              <a:spcBef>
                <a:spcPts val="400"/>
              </a:spcBef>
              <a:spcAft>
                <a:spcPts val="601"/>
              </a:spcAft>
              <a:buClr>
                <a:srgbClr val="93a299"/>
              </a:buClr>
              <a:buSzPct val="85000"/>
              <a:buFont typeface="Arial"/>
              <a:buChar char="•"/>
              <a:tabLst>
                <a:tab algn="l" pos="0"/>
              </a:tabLst>
            </a:pPr>
            <a:r>
              <a:rPr b="0" lang="en-US" sz="2000" spc="-1" strike="noStrike">
                <a:solidFill>
                  <a:srgbClr val="292934"/>
                </a:solidFill>
                <a:latin typeface="Arial"/>
              </a:rPr>
              <a:t>E.g. Ubuntu, Fedora, Red hat, Debian…</a:t>
            </a:r>
            <a:endParaRPr b="0" lang="en-US" sz="2000" spc="-1" strike="noStrike">
              <a:latin typeface="Arial"/>
            </a:endParaRPr>
          </a:p>
          <a:p>
            <a:pPr marL="182880" indent="-182880">
              <a:lnSpc>
                <a:spcPct val="100000"/>
              </a:lnSpc>
              <a:spcBef>
                <a:spcPts val="479"/>
              </a:spcBef>
              <a:spcAft>
                <a:spcPts val="601"/>
              </a:spcAft>
              <a:buClr>
                <a:srgbClr val="93a299"/>
              </a:buClr>
              <a:buSzPct val="85000"/>
              <a:buFont typeface="Arial"/>
              <a:buChar char="•"/>
              <a:tabLst>
                <a:tab algn="l" pos="0"/>
              </a:tabLst>
            </a:pPr>
            <a:r>
              <a:rPr b="0" lang="en-US" sz="2400" spc="-1" strike="noStrike">
                <a:solidFill>
                  <a:srgbClr val="292934"/>
                </a:solidFill>
                <a:latin typeface="Arial"/>
              </a:rPr>
              <a:t>Almost 600 Linux distributions exist.</a:t>
            </a:r>
            <a:endParaRPr b="0" lang="en-US" sz="2400" spc="-1" strike="noStrike">
              <a:latin typeface="Arial"/>
            </a:endParaRPr>
          </a:p>
          <a:p>
            <a:pPr marL="182880" indent="-182880">
              <a:lnSpc>
                <a:spcPct val="100000"/>
              </a:lnSpc>
              <a:spcBef>
                <a:spcPts val="479"/>
              </a:spcBef>
              <a:spcAft>
                <a:spcPts val="601"/>
              </a:spcAft>
              <a:buClr>
                <a:srgbClr val="93a299"/>
              </a:buClr>
              <a:buSzPct val="85000"/>
              <a:buFont typeface="Arial"/>
              <a:buChar char="•"/>
              <a:tabLst>
                <a:tab algn="l" pos="0"/>
              </a:tabLst>
            </a:pPr>
            <a:r>
              <a:rPr b="0" lang="en-US" sz="2400" spc="-1" strike="noStrike">
                <a:solidFill>
                  <a:srgbClr val="292934"/>
                </a:solidFill>
                <a:latin typeface="Arial"/>
              </a:rPr>
              <a:t>Kernel versions: </a:t>
            </a:r>
            <a:endParaRPr b="0" lang="en-US" sz="2400" spc="-1" strike="noStrike">
              <a:latin typeface="Arial"/>
            </a:endParaRPr>
          </a:p>
          <a:p>
            <a:pPr lvl="1" marL="457200" indent="-182880">
              <a:lnSpc>
                <a:spcPct val="100000"/>
              </a:lnSpc>
              <a:spcBef>
                <a:spcPts val="400"/>
              </a:spcBef>
              <a:spcAft>
                <a:spcPts val="601"/>
              </a:spcAft>
              <a:buClr>
                <a:srgbClr val="93a299"/>
              </a:buClr>
              <a:buSzPct val="85000"/>
              <a:buFont typeface="Arial"/>
              <a:buChar char="•"/>
              <a:tabLst>
                <a:tab algn="l" pos="0"/>
              </a:tabLst>
            </a:pPr>
            <a:r>
              <a:rPr b="0" lang="en-US" sz="2000" spc="-1" strike="noStrike">
                <a:solidFill>
                  <a:srgbClr val="292934"/>
                </a:solidFill>
                <a:latin typeface="Arial"/>
              </a:rPr>
              <a:t>Linux 2.6.x: Friendly Arm</a:t>
            </a:r>
            <a:endParaRPr b="0" lang="en-US" sz="2000" spc="-1" strike="noStrike">
              <a:latin typeface="Arial"/>
            </a:endParaRPr>
          </a:p>
          <a:p>
            <a:pPr lvl="1" marL="457200" indent="-182880">
              <a:lnSpc>
                <a:spcPct val="100000"/>
              </a:lnSpc>
              <a:spcBef>
                <a:spcPts val="400"/>
              </a:spcBef>
              <a:spcAft>
                <a:spcPts val="601"/>
              </a:spcAft>
              <a:buClr>
                <a:srgbClr val="93a299"/>
              </a:buClr>
              <a:buSzPct val="85000"/>
              <a:buFont typeface="Arial"/>
              <a:buChar char="•"/>
              <a:tabLst>
                <a:tab algn="l" pos="0"/>
              </a:tabLst>
            </a:pPr>
            <a:r>
              <a:rPr b="0" lang="en-US" sz="2000" spc="-1" strike="noStrike">
                <a:solidFill>
                  <a:srgbClr val="292934"/>
                </a:solidFill>
                <a:latin typeface="Arial"/>
              </a:rPr>
              <a:t>Linux 3.4.x: Orange Pi</a:t>
            </a:r>
            <a:endParaRPr b="0" lang="en-US" sz="2000" spc="-1" strike="noStrike">
              <a:latin typeface="Arial"/>
            </a:endParaRPr>
          </a:p>
          <a:p>
            <a:pPr lvl="1" marL="457200" indent="-182880">
              <a:lnSpc>
                <a:spcPct val="100000"/>
              </a:lnSpc>
              <a:spcBef>
                <a:spcPts val="400"/>
              </a:spcBef>
              <a:spcAft>
                <a:spcPts val="601"/>
              </a:spcAft>
              <a:buClr>
                <a:srgbClr val="93a299"/>
              </a:buClr>
              <a:buSzPct val="85000"/>
              <a:buFont typeface="Arial"/>
              <a:buChar char="•"/>
              <a:tabLst>
                <a:tab algn="l" pos="0"/>
              </a:tabLst>
            </a:pPr>
            <a:r>
              <a:rPr b="0" lang="en-US" sz="2000" spc="-1" strike="noStrike">
                <a:solidFill>
                  <a:srgbClr val="292934"/>
                </a:solidFill>
                <a:latin typeface="Arial"/>
              </a:rPr>
              <a:t>Linux 4.x: Raspberry, BeagleBone</a:t>
            </a:r>
            <a:endParaRPr b="0" lang="en-US" sz="2000" spc="-1" strike="noStrike">
              <a:latin typeface="Arial"/>
            </a:endParaRPr>
          </a:p>
          <a:p>
            <a:pPr>
              <a:lnSpc>
                <a:spcPct val="100000"/>
              </a:lnSpc>
              <a:spcBef>
                <a:spcPts val="479"/>
              </a:spcBef>
              <a:buNone/>
              <a:tabLst>
                <a:tab algn="l" pos="0"/>
              </a:tabLst>
            </a:pPr>
            <a:endParaRPr b="0" lang="en-US" sz="2400" spc="-1" strike="noStrike">
              <a:latin typeface="Arial"/>
            </a:endParaRPr>
          </a:p>
        </p:txBody>
      </p:sp>
      <p:sp>
        <p:nvSpPr>
          <p:cNvPr id="4" name="PlaceHolder 3"/>
          <p:cNvSpPr>
            <a:spLocks noGrp="1"/>
          </p:cNvSpPr>
          <p:nvPr>
            <p:ph type="sldNum" idx="5"/>
          </p:nvPr>
        </p:nvSpPr>
        <p:spPr/>
        <p:txBody>
          <a:bodyPr/>
          <a:p>
            <a:fld id="{021D4D23-29E1-4451-BAB8-D3E0B25EE3CC}"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Linux Kernel</a:t>
            </a:r>
            <a:endParaRPr b="0" lang="en-US" sz="4000" spc="-1" strike="noStrike">
              <a:latin typeface="Arial"/>
            </a:endParaRPr>
          </a:p>
        </p:txBody>
      </p:sp>
      <p:sp>
        <p:nvSpPr>
          <p:cNvPr id="165" name="PlaceHolder 2"/>
          <p:cNvSpPr>
            <a:spLocks noGrp="1"/>
          </p:cNvSpPr>
          <p:nvPr>
            <p:ph/>
          </p:nvPr>
        </p:nvSpPr>
        <p:spPr>
          <a:xfrm>
            <a:off x="457200" y="1600200"/>
            <a:ext cx="8228880" cy="4876200"/>
          </a:xfrm>
          <a:prstGeom prst="rect">
            <a:avLst/>
          </a:prstGeom>
          <a:noFill/>
          <a:ln w="0">
            <a:noFill/>
          </a:ln>
        </p:spPr>
        <p:txBody>
          <a:bodyPr lIns="90000" rIns="90000" tIns="45000" bIns="45000" anchor="t">
            <a:noAutofit/>
          </a:bodyPr>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Check your linux kernel:</a:t>
            </a:r>
            <a:endParaRPr b="0" lang="en-US" sz="2400" spc="-1" strike="noStrike">
              <a:latin typeface="Arial"/>
            </a:endParaRPr>
          </a:p>
          <a:p>
            <a:pPr lvl="1" marL="457200" indent="-182880">
              <a:lnSpc>
                <a:spcPct val="100000"/>
              </a:lnSpc>
              <a:spcBef>
                <a:spcPts val="400"/>
              </a:spcBef>
              <a:buClr>
                <a:srgbClr val="93a299"/>
              </a:buClr>
              <a:buSzPct val="85000"/>
              <a:buFont typeface="Arial"/>
              <a:buChar char="•"/>
            </a:pPr>
            <a:r>
              <a:rPr b="0" lang="en-US" sz="2000" spc="-1" strike="noStrike">
                <a:solidFill>
                  <a:srgbClr val="292934"/>
                </a:solidFill>
                <a:latin typeface="Arial"/>
              </a:rPr>
              <a:t>Open terminal</a:t>
            </a:r>
            <a:endParaRPr b="0" lang="en-US" sz="2000" spc="-1" strike="noStrike">
              <a:latin typeface="Arial"/>
            </a:endParaRPr>
          </a:p>
          <a:p>
            <a:pPr lvl="1" marL="457200" indent="-182880">
              <a:lnSpc>
                <a:spcPct val="100000"/>
              </a:lnSpc>
              <a:spcBef>
                <a:spcPts val="400"/>
              </a:spcBef>
              <a:buClr>
                <a:srgbClr val="93a299"/>
              </a:buClr>
              <a:buSzPct val="85000"/>
              <a:buFont typeface="Arial"/>
              <a:buChar char="•"/>
            </a:pPr>
            <a:r>
              <a:rPr b="0" lang="en-US" sz="2000" spc="-1" strike="noStrike">
                <a:solidFill>
                  <a:srgbClr val="292934"/>
                </a:solidFill>
                <a:latin typeface="Arial"/>
              </a:rPr>
              <a:t>Type “uname –r” </a:t>
            </a:r>
            <a:endParaRPr b="0" lang="en-US" sz="2000" spc="-1" strike="noStrike">
              <a:latin typeface="Arial"/>
            </a:endParaRPr>
          </a:p>
          <a:p>
            <a:pPr marL="274320">
              <a:lnSpc>
                <a:spcPct val="100000"/>
              </a:lnSpc>
              <a:spcBef>
                <a:spcPts val="400"/>
              </a:spcBef>
              <a:buNone/>
              <a:tabLst>
                <a:tab algn="l" pos="0"/>
              </a:tabLst>
            </a:pPr>
            <a:r>
              <a:rPr b="0" lang="en-US" sz="2000" spc="-1" strike="noStrike">
                <a:solidFill>
                  <a:srgbClr val="292934"/>
                </a:solidFill>
                <a:latin typeface="Arial"/>
              </a:rPr>
              <a:t>             </a:t>
            </a:r>
            <a:r>
              <a:rPr b="1" lang="en-US" sz="2000" spc="-1" strike="noStrike">
                <a:solidFill>
                  <a:srgbClr val="ff0000"/>
                </a:solidFill>
                <a:latin typeface="Arial"/>
              </a:rPr>
              <a:t>2</a:t>
            </a:r>
            <a:r>
              <a:rPr b="1" lang="en-US" sz="2000" spc="-1" strike="noStrike">
                <a:solidFill>
                  <a:srgbClr val="292934"/>
                </a:solidFill>
                <a:latin typeface="Arial"/>
              </a:rPr>
              <a:t>.</a:t>
            </a:r>
            <a:r>
              <a:rPr b="1" lang="en-US" sz="2000" spc="-1" strike="noStrike">
                <a:solidFill>
                  <a:srgbClr val="0070c0"/>
                </a:solidFill>
                <a:latin typeface="Arial"/>
              </a:rPr>
              <a:t>6</a:t>
            </a:r>
            <a:r>
              <a:rPr b="1" lang="en-US" sz="2000" spc="-1" strike="noStrike">
                <a:solidFill>
                  <a:srgbClr val="292934"/>
                </a:solidFill>
                <a:latin typeface="Arial"/>
              </a:rPr>
              <a:t>.</a:t>
            </a:r>
            <a:r>
              <a:rPr b="1" lang="en-US" sz="2000" spc="-1" strike="noStrike">
                <a:solidFill>
                  <a:srgbClr val="00b050"/>
                </a:solidFill>
                <a:latin typeface="Arial"/>
              </a:rPr>
              <a:t>32</a:t>
            </a:r>
            <a:r>
              <a:rPr b="1" lang="en-US" sz="2000" spc="-1" strike="noStrike">
                <a:solidFill>
                  <a:srgbClr val="292934"/>
                </a:solidFill>
                <a:latin typeface="Arial"/>
              </a:rPr>
              <a:t>-431.11.2.el6.x86_64</a:t>
            </a:r>
            <a:endParaRPr b="0" lang="en-US" sz="2000" spc="-1" strike="noStrike">
              <a:latin typeface="Arial"/>
            </a:endParaRPr>
          </a:p>
          <a:p>
            <a:pPr marL="274320">
              <a:lnSpc>
                <a:spcPct val="100000"/>
              </a:lnSpc>
              <a:spcBef>
                <a:spcPts val="400"/>
              </a:spcBef>
              <a:buNone/>
              <a:tabLst>
                <a:tab algn="l" pos="0"/>
              </a:tabLst>
            </a:pPr>
            <a:endParaRPr b="0" lang="en-US" sz="2000" spc="-1" strike="noStrike">
              <a:latin typeface="Arial"/>
            </a:endParaRPr>
          </a:p>
          <a:p>
            <a:pPr marL="274320">
              <a:lnSpc>
                <a:spcPct val="100000"/>
              </a:lnSpc>
              <a:spcBef>
                <a:spcPts val="400"/>
              </a:spcBef>
              <a:buNone/>
              <a:tabLst>
                <a:tab algn="l" pos="0"/>
              </a:tabLst>
            </a:pPr>
            <a:endParaRPr b="0" lang="en-US" sz="20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0" lang="en-US" sz="2400" spc="-1" strike="noStrike">
                <a:solidFill>
                  <a:srgbClr val="292934"/>
                </a:solidFill>
                <a:latin typeface="Arial"/>
              </a:rPr>
              <a:t>Newer version has: new features, enhancements, bug fixes, apps</a:t>
            </a:r>
            <a:endParaRPr b="0" lang="en-US" sz="2400" spc="-1" strike="noStrike">
              <a:latin typeface="Arial"/>
            </a:endParaRPr>
          </a:p>
          <a:p>
            <a:pPr>
              <a:lnSpc>
                <a:spcPct val="100000"/>
              </a:lnSpc>
              <a:spcBef>
                <a:spcPts val="479"/>
              </a:spcBef>
              <a:buNone/>
              <a:tabLst>
                <a:tab algn="l" pos="0"/>
              </a:tabLst>
            </a:pPr>
            <a:endParaRPr b="0" lang="en-US" sz="2400" spc="-1" strike="noStrike">
              <a:latin typeface="Arial"/>
            </a:endParaRPr>
          </a:p>
          <a:p>
            <a:pPr marL="274320">
              <a:lnSpc>
                <a:spcPct val="100000"/>
              </a:lnSpc>
              <a:spcBef>
                <a:spcPts val="400"/>
              </a:spcBef>
              <a:buNone/>
              <a:tabLst>
                <a:tab algn="l" pos="0"/>
              </a:tabLst>
            </a:pPr>
            <a:endParaRPr b="0" lang="en-US" sz="2000" spc="-1" strike="noStrike">
              <a:latin typeface="Arial"/>
            </a:endParaRPr>
          </a:p>
          <a:p>
            <a:pPr marL="274320">
              <a:lnSpc>
                <a:spcPct val="100000"/>
              </a:lnSpc>
              <a:spcBef>
                <a:spcPts val="400"/>
              </a:spcBef>
              <a:buNone/>
              <a:tabLst>
                <a:tab algn="l" pos="0"/>
              </a:tabLst>
            </a:pPr>
            <a:endParaRPr b="0" lang="en-US" sz="2000" spc="-1" strike="noStrike">
              <a:latin typeface="Arial"/>
            </a:endParaRPr>
          </a:p>
        </p:txBody>
      </p:sp>
      <p:sp>
        <p:nvSpPr>
          <p:cNvPr id="166" name="Rectangle 3"/>
          <p:cNvSpPr/>
          <p:nvPr/>
        </p:nvSpPr>
        <p:spPr>
          <a:xfrm>
            <a:off x="11520" y="3276720"/>
            <a:ext cx="1937880" cy="363960"/>
          </a:xfrm>
          <a:prstGeom prst="rect">
            <a:avLst/>
          </a:prstGeom>
          <a:noFill/>
          <a:ln w="0">
            <a:noFill/>
          </a:ln>
        </p:spPr>
        <p:style>
          <a:lnRef idx="0"/>
          <a:fillRef idx="0"/>
          <a:effectRef idx="0"/>
          <a:fontRef idx="minor"/>
        </p:style>
        <p:txBody>
          <a:bodyPr wrap="none" lIns="90000" rIns="90000" tIns="45000" bIns="45000" anchor="t">
            <a:spAutoFit/>
          </a:bodyPr>
          <a:p>
            <a:pPr marL="274320">
              <a:lnSpc>
                <a:spcPct val="100000"/>
              </a:lnSpc>
              <a:buNone/>
              <a:tabLst>
                <a:tab algn="l" pos="0"/>
              </a:tabLst>
            </a:pPr>
            <a:r>
              <a:rPr b="0" lang="en-US" sz="1800" spc="-1" strike="noStrike">
                <a:solidFill>
                  <a:srgbClr val="ff0000"/>
                </a:solidFill>
                <a:latin typeface="Arial"/>
                <a:ea typeface="DejaVu Sans"/>
              </a:rPr>
              <a:t>Kernel Version</a:t>
            </a:r>
            <a:endParaRPr b="0" lang="en-US" sz="1800" spc="-1" strike="noStrike">
              <a:latin typeface="Arial"/>
            </a:endParaRPr>
          </a:p>
        </p:txBody>
      </p:sp>
      <p:sp>
        <p:nvSpPr>
          <p:cNvPr id="167" name="Rectangle 4"/>
          <p:cNvSpPr/>
          <p:nvPr/>
        </p:nvSpPr>
        <p:spPr>
          <a:xfrm>
            <a:off x="1688760" y="3276720"/>
            <a:ext cx="1962360" cy="363960"/>
          </a:xfrm>
          <a:prstGeom prst="rect">
            <a:avLst/>
          </a:prstGeom>
          <a:noFill/>
          <a:ln w="0">
            <a:noFill/>
          </a:ln>
        </p:spPr>
        <p:style>
          <a:lnRef idx="0"/>
          <a:fillRef idx="0"/>
          <a:effectRef idx="0"/>
          <a:fontRef idx="minor"/>
        </p:style>
        <p:txBody>
          <a:bodyPr wrap="none" lIns="90000" rIns="90000" tIns="45000" bIns="45000" anchor="t">
            <a:spAutoFit/>
          </a:bodyPr>
          <a:p>
            <a:pPr marL="274320">
              <a:lnSpc>
                <a:spcPct val="100000"/>
              </a:lnSpc>
              <a:buNone/>
              <a:tabLst>
                <a:tab algn="l" pos="0"/>
              </a:tabLst>
            </a:pPr>
            <a:r>
              <a:rPr b="0" lang="en-US" sz="1800" spc="-1" strike="noStrike">
                <a:solidFill>
                  <a:srgbClr val="0070c0"/>
                </a:solidFill>
                <a:latin typeface="Arial"/>
                <a:ea typeface="DejaVu Sans"/>
              </a:rPr>
              <a:t>Major Revision</a:t>
            </a:r>
            <a:endParaRPr b="0" lang="en-US" sz="1800" spc="-1" strike="noStrike">
              <a:latin typeface="Arial"/>
            </a:endParaRPr>
          </a:p>
        </p:txBody>
      </p:sp>
      <p:sp>
        <p:nvSpPr>
          <p:cNvPr id="168" name="Rectangle 5"/>
          <p:cNvSpPr/>
          <p:nvPr/>
        </p:nvSpPr>
        <p:spPr>
          <a:xfrm>
            <a:off x="3469320" y="3276720"/>
            <a:ext cx="1962360" cy="363960"/>
          </a:xfrm>
          <a:prstGeom prst="rect">
            <a:avLst/>
          </a:prstGeom>
          <a:noFill/>
          <a:ln w="0">
            <a:noFill/>
          </a:ln>
        </p:spPr>
        <p:style>
          <a:lnRef idx="0"/>
          <a:fillRef idx="0"/>
          <a:effectRef idx="0"/>
          <a:fontRef idx="minor"/>
        </p:style>
        <p:txBody>
          <a:bodyPr wrap="none" lIns="90000" rIns="90000" tIns="45000" bIns="45000" anchor="t">
            <a:spAutoFit/>
          </a:bodyPr>
          <a:p>
            <a:pPr marL="274320">
              <a:lnSpc>
                <a:spcPct val="100000"/>
              </a:lnSpc>
              <a:buNone/>
              <a:tabLst>
                <a:tab algn="l" pos="0"/>
              </a:tabLst>
            </a:pPr>
            <a:r>
              <a:rPr b="0" lang="en-US" sz="1800" spc="-1" strike="noStrike">
                <a:solidFill>
                  <a:srgbClr val="00b050"/>
                </a:solidFill>
                <a:latin typeface="Arial"/>
                <a:ea typeface="DejaVu Sans"/>
              </a:rPr>
              <a:t>Minor</a:t>
            </a:r>
            <a:r>
              <a:rPr b="0" lang="en-US" sz="1800" spc="-1" strike="noStrike">
                <a:solidFill>
                  <a:srgbClr val="292934"/>
                </a:solidFill>
                <a:latin typeface="Arial"/>
                <a:ea typeface="DejaVu Sans"/>
              </a:rPr>
              <a:t> </a:t>
            </a:r>
            <a:r>
              <a:rPr b="0" lang="en-US" sz="1800" spc="-1" strike="noStrike">
                <a:solidFill>
                  <a:srgbClr val="00b050"/>
                </a:solidFill>
                <a:latin typeface="Arial"/>
                <a:ea typeface="DejaVu Sans"/>
              </a:rPr>
              <a:t>Revision</a:t>
            </a:r>
            <a:endParaRPr b="0" lang="en-US" sz="1800" spc="-1" strike="noStrike">
              <a:latin typeface="Arial"/>
            </a:endParaRPr>
          </a:p>
        </p:txBody>
      </p:sp>
      <p:sp>
        <p:nvSpPr>
          <p:cNvPr id="169" name="Straight Connector 7"/>
          <p:cNvSpPr/>
          <p:nvPr/>
        </p:nvSpPr>
        <p:spPr>
          <a:xfrm flipV="1">
            <a:off x="1143000" y="3047760"/>
            <a:ext cx="533160" cy="228600"/>
          </a:xfrm>
          <a:prstGeom prst="line">
            <a:avLst/>
          </a:prstGeom>
          <a:ln>
            <a:solidFill>
              <a:srgbClr val="ff0000"/>
            </a:solidFill>
            <a:round/>
          </a:ln>
        </p:spPr>
        <p:style>
          <a:lnRef idx="1">
            <a:schemeClr val="accent1"/>
          </a:lnRef>
          <a:fillRef idx="0">
            <a:schemeClr val="accent1"/>
          </a:fillRef>
          <a:effectRef idx="0">
            <a:schemeClr val="accent1"/>
          </a:effectRef>
          <a:fontRef idx="minor"/>
        </p:style>
      </p:sp>
      <p:sp>
        <p:nvSpPr>
          <p:cNvPr id="170" name="Straight Connector 9"/>
          <p:cNvSpPr/>
          <p:nvPr/>
        </p:nvSpPr>
        <p:spPr>
          <a:xfrm flipH="1" flipV="1">
            <a:off x="2044440" y="3112200"/>
            <a:ext cx="152280" cy="228600"/>
          </a:xfrm>
          <a:prstGeom prst="line">
            <a:avLst/>
          </a:prstGeom>
          <a:ln>
            <a:solidFill>
              <a:srgbClr val="0070c0"/>
            </a:solidFill>
            <a:round/>
          </a:ln>
        </p:spPr>
        <p:style>
          <a:lnRef idx="1">
            <a:schemeClr val="accent1"/>
          </a:lnRef>
          <a:fillRef idx="0">
            <a:schemeClr val="accent1"/>
          </a:fillRef>
          <a:effectRef idx="0">
            <a:schemeClr val="accent1"/>
          </a:effectRef>
          <a:fontRef idx="minor"/>
        </p:style>
      </p:sp>
      <p:sp>
        <p:nvSpPr>
          <p:cNvPr id="171" name="Straight Connector 17"/>
          <p:cNvSpPr/>
          <p:nvPr/>
        </p:nvSpPr>
        <p:spPr>
          <a:xfrm flipH="1" flipV="1">
            <a:off x="2477520" y="3095640"/>
            <a:ext cx="1514880" cy="214200"/>
          </a:xfrm>
          <a:prstGeom prst="line">
            <a:avLst/>
          </a:prstGeom>
          <a:ln>
            <a:solidFill>
              <a:srgbClr val="00b050"/>
            </a:solidFill>
            <a:round/>
          </a:ln>
        </p:spPr>
        <p:style>
          <a:lnRef idx="1">
            <a:schemeClr val="accent1"/>
          </a:lnRef>
          <a:fillRef idx="0">
            <a:schemeClr val="accent1"/>
          </a:fillRef>
          <a:effectRef idx="0">
            <a:schemeClr val="accent1"/>
          </a:effectRef>
          <a:fontRef idx="minor"/>
        </p:style>
      </p:sp>
      <p:sp>
        <p:nvSpPr>
          <p:cNvPr id="172" name="Rectangle 10"/>
          <p:cNvSpPr/>
          <p:nvPr/>
        </p:nvSpPr>
        <p:spPr>
          <a:xfrm>
            <a:off x="265320" y="4724280"/>
            <a:ext cx="4809240" cy="455400"/>
          </a:xfrm>
          <a:prstGeom prst="rect">
            <a:avLst/>
          </a:prstGeom>
          <a:noFill/>
          <a:ln w="0">
            <a:noFill/>
          </a:ln>
        </p:spPr>
        <p:style>
          <a:lnRef idx="0"/>
          <a:fillRef idx="0"/>
          <a:effectRef idx="0"/>
          <a:fontRef idx="minor"/>
        </p:style>
        <p:txBody>
          <a:bodyPr wrap="none" lIns="90000" rIns="90000" tIns="45000" bIns="45000" anchor="t">
            <a:spAutoFit/>
          </a:bodyPr>
          <a:p>
            <a:pPr marL="274320">
              <a:lnSpc>
                <a:spcPct val="100000"/>
              </a:lnSpc>
              <a:buNone/>
              <a:tabLst>
                <a:tab algn="l" pos="0"/>
              </a:tabLst>
            </a:pPr>
            <a:r>
              <a:rPr b="1" lang="en-US" sz="2400" spc="-1" strike="noStrike">
                <a:solidFill>
                  <a:srgbClr val="ff0000"/>
                </a:solidFill>
                <a:latin typeface="Arial"/>
                <a:ea typeface="DejaVu Sans"/>
              </a:rPr>
              <a:t>Can we modify Linux Kernel ?</a:t>
            </a:r>
            <a:endParaRPr b="0" lang="en-US" sz="2400" spc="-1" strike="noStrike">
              <a:latin typeface="Arial"/>
            </a:endParaRPr>
          </a:p>
        </p:txBody>
      </p:sp>
      <p:sp>
        <p:nvSpPr>
          <p:cNvPr id="173" name="Rectangle 11"/>
          <p:cNvSpPr/>
          <p:nvPr/>
        </p:nvSpPr>
        <p:spPr>
          <a:xfrm>
            <a:off x="293040" y="5181480"/>
            <a:ext cx="2896560" cy="455400"/>
          </a:xfrm>
          <a:prstGeom prst="rect">
            <a:avLst/>
          </a:prstGeom>
          <a:noFill/>
          <a:ln w="0">
            <a:noFill/>
          </a:ln>
        </p:spPr>
        <p:style>
          <a:lnRef idx="0"/>
          <a:fillRef idx="0"/>
          <a:effectRef idx="0"/>
          <a:fontRef idx="minor"/>
        </p:style>
        <p:txBody>
          <a:bodyPr wrap="none" lIns="90000" rIns="90000" tIns="45000" bIns="45000" anchor="t">
            <a:spAutoFit/>
          </a:bodyPr>
          <a:p>
            <a:pPr marL="274320">
              <a:lnSpc>
                <a:spcPct val="100000"/>
              </a:lnSpc>
              <a:buNone/>
              <a:tabLst>
                <a:tab algn="l" pos="0"/>
              </a:tabLst>
            </a:pPr>
            <a:r>
              <a:rPr b="1" lang="en-US" sz="2400" spc="-1" strike="noStrike">
                <a:solidFill>
                  <a:srgbClr val="ff0000"/>
                </a:solidFill>
                <a:latin typeface="Arial"/>
                <a:ea typeface="DejaVu Sans"/>
              </a:rPr>
              <a:t>When ?     How ?</a:t>
            </a:r>
            <a:endParaRPr b="0" lang="en-US" sz="2400" spc="-1" strike="noStrike">
              <a:latin typeface="Arial"/>
            </a:endParaRPr>
          </a:p>
        </p:txBody>
      </p:sp>
      <p:sp>
        <p:nvSpPr>
          <p:cNvPr id="174" name="Rectangle 6"/>
          <p:cNvSpPr/>
          <p:nvPr/>
        </p:nvSpPr>
        <p:spPr>
          <a:xfrm>
            <a:off x="1517760" y="5581440"/>
            <a:ext cx="4106520" cy="363960"/>
          </a:xfrm>
          <a:prstGeom prst="rect">
            <a:avLst/>
          </a:prstGeom>
          <a:noFill/>
          <a:ln w="0">
            <a:noFill/>
          </a:ln>
        </p:spPr>
        <p:style>
          <a:lnRef idx="0"/>
          <a:fillRef idx="0"/>
          <a:effectRef idx="0"/>
          <a:fontRef idx="minor"/>
        </p:style>
        <p:txBody>
          <a:bodyPr wrap="none" lIns="90000" rIns="90000" tIns="45000" bIns="45000" anchor="t">
            <a:spAutoFit/>
          </a:bodyPr>
          <a:p>
            <a:pPr marL="274320">
              <a:lnSpc>
                <a:spcPct val="100000"/>
              </a:lnSpc>
              <a:buNone/>
              <a:tabLst>
                <a:tab algn="l" pos="0"/>
              </a:tabLst>
            </a:pPr>
            <a:r>
              <a:rPr b="0" lang="en-US" sz="1800" spc="-1" strike="noStrike">
                <a:solidFill>
                  <a:srgbClr val="0070c0"/>
                </a:solidFill>
                <a:latin typeface="Arial"/>
                <a:ea typeface="DejaVu Sans"/>
              </a:rPr>
              <a:t>Debug, add drivers, modify modules</a:t>
            </a:r>
            <a:endParaRPr b="0" lang="en-US" sz="1800" spc="-1" strike="noStrike">
              <a:latin typeface="Arial"/>
            </a:endParaRPr>
          </a:p>
        </p:txBody>
      </p:sp>
      <p:sp>
        <p:nvSpPr>
          <p:cNvPr id="175" name="Rectangle 12"/>
          <p:cNvSpPr/>
          <p:nvPr/>
        </p:nvSpPr>
        <p:spPr>
          <a:xfrm>
            <a:off x="334800" y="5936400"/>
            <a:ext cx="7250400" cy="455400"/>
          </a:xfrm>
          <a:prstGeom prst="rect">
            <a:avLst/>
          </a:prstGeom>
          <a:noFill/>
          <a:ln w="0">
            <a:noFill/>
          </a:ln>
        </p:spPr>
        <p:style>
          <a:lnRef idx="0"/>
          <a:fillRef idx="0"/>
          <a:effectRef idx="0"/>
          <a:fontRef idx="minor"/>
        </p:style>
        <p:txBody>
          <a:bodyPr wrap="none" lIns="90000" rIns="90000" tIns="45000" bIns="45000" anchor="t">
            <a:spAutoFit/>
          </a:bodyPr>
          <a:p>
            <a:pPr marL="274320">
              <a:lnSpc>
                <a:spcPct val="100000"/>
              </a:lnSpc>
              <a:buNone/>
              <a:tabLst>
                <a:tab algn="l" pos="0"/>
              </a:tabLst>
            </a:pPr>
            <a:r>
              <a:rPr b="1" lang="en-US" sz="2400" spc="-1" strike="noStrike">
                <a:solidFill>
                  <a:srgbClr val="ff0000"/>
                </a:solidFill>
                <a:latin typeface="Arial"/>
                <a:ea typeface="DejaVu Sans"/>
              </a:rPr>
              <a:t>How to install Linux OS to embedded system ?</a:t>
            </a:r>
            <a:endParaRPr b="0" lang="en-US" sz="2400" spc="-1" strike="noStrike">
              <a:latin typeface="Arial"/>
            </a:endParaRPr>
          </a:p>
        </p:txBody>
      </p:sp>
      <p:sp>
        <p:nvSpPr>
          <p:cNvPr id="176" name="Rectangle 13"/>
          <p:cNvSpPr/>
          <p:nvPr/>
        </p:nvSpPr>
        <p:spPr>
          <a:xfrm>
            <a:off x="1551240" y="6336360"/>
            <a:ext cx="6186960" cy="363960"/>
          </a:xfrm>
          <a:prstGeom prst="rect">
            <a:avLst/>
          </a:prstGeom>
          <a:noFill/>
          <a:ln w="0">
            <a:noFill/>
          </a:ln>
        </p:spPr>
        <p:style>
          <a:lnRef idx="0"/>
          <a:fillRef idx="0"/>
          <a:effectRef idx="0"/>
          <a:fontRef idx="minor"/>
        </p:style>
        <p:txBody>
          <a:bodyPr wrap="none" lIns="90000" rIns="90000" tIns="45000" bIns="45000" anchor="t">
            <a:spAutoFit/>
          </a:bodyPr>
          <a:p>
            <a:pPr marL="274320">
              <a:lnSpc>
                <a:spcPct val="100000"/>
              </a:lnSpc>
              <a:buNone/>
              <a:tabLst>
                <a:tab algn="l" pos="0"/>
              </a:tabLst>
            </a:pPr>
            <a:r>
              <a:rPr b="0" lang="en-US" sz="1800" spc="-1" strike="noStrike">
                <a:solidFill>
                  <a:srgbClr val="0070c0"/>
                </a:solidFill>
                <a:latin typeface="Arial"/>
                <a:ea typeface="DejaVu Sans"/>
              </a:rPr>
              <a:t>Depend on board. Not easy as install linux on computer !</a:t>
            </a:r>
            <a:endParaRPr b="0" lang="en-US" sz="1800" spc="-1" strike="noStrike">
              <a:latin typeface="Arial"/>
            </a:endParaRPr>
          </a:p>
        </p:txBody>
      </p:sp>
      <p:sp>
        <p:nvSpPr>
          <p:cNvPr id="4" name="PlaceHolder 3"/>
          <p:cNvSpPr>
            <a:spLocks noGrp="1"/>
          </p:cNvSpPr>
          <p:nvPr>
            <p:ph type="sldNum" idx="5"/>
          </p:nvPr>
        </p:nvSpPr>
        <p:spPr/>
        <p:txBody>
          <a:bodyPr/>
          <a:p>
            <a:fld id="{78D256EA-AEDF-41CA-B6A8-3D922353768A}" type="slidenum">
              <a:t>8</a:t>
            </a:fld>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1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nodeType="clickEffect" fill="hold" presetClass="entr" presetID="1">
                                  <p:stCondLst>
                                    <p:cond delay="0"/>
                                  </p:stCondLst>
                                  <p:childTnLst>
                                    <p:set>
                                      <p:cBhvr>
                                        <p:cTn id="10" dur="1" fill="hold">
                                          <p:stCondLst>
                                            <p:cond delay="0"/>
                                          </p:stCondLst>
                                        </p:cTn>
                                        <p:tgtEl>
                                          <p:spTgt spid="17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nodeType="clickEffect" fill="hold" presetClass="entr" presetID="1">
                                  <p:stCondLst>
                                    <p:cond delay="0"/>
                                  </p:stCondLst>
                                  <p:childTnLst>
                                    <p:set>
                                      <p:cBhvr>
                                        <p:cTn id="14" dur="1" fill="hold">
                                          <p:stCondLst>
                                            <p:cond delay="0"/>
                                          </p:stCondLst>
                                        </p:cTn>
                                        <p:tgtEl>
                                          <p:spTgt spid="17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nodeType="clickEffect" fill="hold" presetClass="entr" presetID="1">
                                  <p:stCondLst>
                                    <p:cond delay="0"/>
                                  </p:stCondLst>
                                  <p:childTnLst>
                                    <p:set>
                                      <p:cBhvr>
                                        <p:cTn id="18" dur="1" fill="hold">
                                          <p:stCondLst>
                                            <p:cond delay="0"/>
                                          </p:stCondLst>
                                        </p:cTn>
                                        <p:tgtEl>
                                          <p:spTgt spid="17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nodeType="clickEffect" fill="hold" presetClass="entr" presetID="1">
                                  <p:stCondLst>
                                    <p:cond delay="0"/>
                                  </p:stCondLst>
                                  <p:childTnLst>
                                    <p:set>
                                      <p:cBhvr>
                                        <p:cTn id="22" dur="1" fill="hold">
                                          <p:stCondLst>
                                            <p:cond delay="0"/>
                                          </p:stCondLst>
                                        </p:cTn>
                                        <p:tgtEl>
                                          <p:spTgt spid="1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Linux Kernel Organization</a:t>
            </a:r>
            <a:endParaRPr b="0" lang="en-US" sz="4000" spc="-1" strike="noStrike">
              <a:latin typeface="Arial"/>
            </a:endParaRPr>
          </a:p>
        </p:txBody>
      </p:sp>
      <p:sp>
        <p:nvSpPr>
          <p:cNvPr id="178" name="PlaceHolder 2"/>
          <p:cNvSpPr>
            <a:spLocks noGrp="1"/>
          </p:cNvSpPr>
          <p:nvPr>
            <p:ph/>
          </p:nvPr>
        </p:nvSpPr>
        <p:spPr>
          <a:xfrm>
            <a:off x="457200" y="3571920"/>
            <a:ext cx="8228880" cy="2904480"/>
          </a:xfrm>
          <a:prstGeom prst="rect">
            <a:avLst/>
          </a:prstGeom>
          <a:noFill/>
          <a:ln w="0">
            <a:noFill/>
          </a:ln>
        </p:spPr>
        <p:txBody>
          <a:bodyPr lIns="90000" rIns="90000" tIns="45000" bIns="45000" anchor="t">
            <a:noAutofit/>
          </a:bodyPr>
          <a:p>
            <a:pPr marL="182880" indent="-182880">
              <a:lnSpc>
                <a:spcPct val="100000"/>
              </a:lnSpc>
              <a:spcBef>
                <a:spcPts val="479"/>
              </a:spcBef>
              <a:buClr>
                <a:srgbClr val="93a299"/>
              </a:buClr>
              <a:buSzPct val="85000"/>
              <a:buFont typeface="Arial"/>
              <a:buChar char="•"/>
            </a:pPr>
            <a:r>
              <a:rPr b="1" lang="en-US" sz="2400" spc="-1" strike="noStrike">
                <a:solidFill>
                  <a:srgbClr val="292934"/>
                </a:solidFill>
                <a:latin typeface="Arial"/>
              </a:rPr>
              <a:t>/drivers</a:t>
            </a:r>
            <a:r>
              <a:rPr b="0" lang="en-US" sz="2400" spc="-1" strike="noStrike">
                <a:solidFill>
                  <a:srgbClr val="292934"/>
                </a:solidFill>
                <a:latin typeface="Arial"/>
              </a:rPr>
              <a:t>: largest folder, contains drivers for numerous hardware</a:t>
            </a:r>
            <a:endParaRPr b="0" lang="en-US" sz="2400" spc="-1" strike="noStrike">
              <a:latin typeface="Arial"/>
            </a:endParaRPr>
          </a:p>
          <a:p>
            <a:pPr>
              <a:lnSpc>
                <a:spcPct val="100000"/>
              </a:lnSpc>
              <a:spcBef>
                <a:spcPts val="479"/>
              </a:spcBef>
              <a:buNone/>
            </a:pP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1" lang="en-US" sz="2400" spc="-1" strike="noStrike">
                <a:solidFill>
                  <a:srgbClr val="292934"/>
                </a:solidFill>
                <a:latin typeface="Arial"/>
              </a:rPr>
              <a:t>/arch</a:t>
            </a:r>
            <a:r>
              <a:rPr b="0" lang="en-US" sz="2400" spc="-1" strike="noStrike">
                <a:solidFill>
                  <a:srgbClr val="292934"/>
                </a:solidFill>
                <a:latin typeface="Arial"/>
              </a:rPr>
              <a:t>: next largest, contains support for processors architectures</a:t>
            </a:r>
            <a:endParaRPr b="0" lang="en-US" sz="2400" spc="-1" strike="noStrike">
              <a:latin typeface="Arial"/>
            </a:endParaRPr>
          </a:p>
        </p:txBody>
      </p:sp>
      <p:pic>
        <p:nvPicPr>
          <p:cNvPr id="179" name="Picture 3" descr=""/>
          <p:cNvPicPr/>
          <p:nvPr/>
        </p:nvPicPr>
        <p:blipFill>
          <a:blip r:embed="rId1"/>
          <a:stretch/>
        </p:blipFill>
        <p:spPr>
          <a:xfrm>
            <a:off x="1295280" y="1676520"/>
            <a:ext cx="6552360" cy="1742400"/>
          </a:xfrm>
          <a:prstGeom prst="rect">
            <a:avLst/>
          </a:prstGeom>
          <a:ln w="0">
            <a:noFill/>
          </a:ln>
        </p:spPr>
      </p:pic>
      <p:sp>
        <p:nvSpPr>
          <p:cNvPr id="4" name="PlaceHolder 3"/>
          <p:cNvSpPr>
            <a:spLocks noGrp="1"/>
          </p:cNvSpPr>
          <p:nvPr>
            <p:ph type="sldNum" idx="5"/>
          </p:nvPr>
        </p:nvSpPr>
        <p:spPr/>
        <p:txBody>
          <a:bodyPr/>
          <a:p>
            <a:fld id="{4AA8EFE3-C02A-48B8-8226-5A653EFF4454}"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rmAutofit/>
          </a:bodyPr>
          <a:p>
            <a:pPr>
              <a:lnSpc>
                <a:spcPct val="100000"/>
              </a:lnSpc>
              <a:buNone/>
            </a:pPr>
            <a:r>
              <a:rPr b="0" lang="en-US" sz="4000" spc="-100" strike="noStrike">
                <a:solidFill>
                  <a:srgbClr val="d2533c"/>
                </a:solidFill>
                <a:latin typeface="Arial"/>
              </a:rPr>
              <a:t>Ubuntu desktop</a:t>
            </a:r>
            <a:endParaRPr b="0" lang="en-US" sz="4000" spc="-1" strike="noStrike">
              <a:latin typeface="Arial"/>
            </a:endParaRPr>
          </a:p>
        </p:txBody>
      </p:sp>
      <p:pic>
        <p:nvPicPr>
          <p:cNvPr id="181" name="Content Placeholder 3" descr=""/>
          <p:cNvPicPr/>
          <p:nvPr/>
        </p:nvPicPr>
        <p:blipFill>
          <a:blip r:embed="rId1"/>
          <a:stretch/>
        </p:blipFill>
        <p:spPr>
          <a:xfrm>
            <a:off x="457200" y="1752480"/>
            <a:ext cx="8228880" cy="4588200"/>
          </a:xfrm>
          <a:prstGeom prst="rect">
            <a:avLst/>
          </a:prstGeom>
          <a:ln w="0">
            <a:noFill/>
          </a:ln>
        </p:spPr>
      </p:pic>
      <p:sp>
        <p:nvSpPr>
          <p:cNvPr id="3" name="PlaceHolder 2"/>
          <p:cNvSpPr>
            <a:spLocks noGrp="1"/>
          </p:cNvSpPr>
          <p:nvPr>
            <p:ph type="sldNum" idx="5"/>
          </p:nvPr>
        </p:nvSpPr>
        <p:spPr/>
        <p:txBody>
          <a:bodyPr/>
          <a:p>
            <a:fld id="{C89E607C-A6FB-44F2-A2D7-14F8D59462E3}"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Ubuntu desktop</a:t>
            </a:r>
            <a:endParaRPr b="0" lang="en-US" sz="4000" spc="-1" strike="noStrike">
              <a:latin typeface="Arial"/>
            </a:endParaRPr>
          </a:p>
        </p:txBody>
      </p:sp>
      <p:pic>
        <p:nvPicPr>
          <p:cNvPr id="183" name="Content Placeholder 3" descr=""/>
          <p:cNvPicPr/>
          <p:nvPr/>
        </p:nvPicPr>
        <p:blipFill>
          <a:blip r:embed="rId1"/>
          <a:stretch/>
        </p:blipFill>
        <p:spPr>
          <a:xfrm>
            <a:off x="945720" y="1752480"/>
            <a:ext cx="7251840" cy="4876200"/>
          </a:xfrm>
          <a:prstGeom prst="rect">
            <a:avLst/>
          </a:prstGeom>
          <a:ln w="0">
            <a:noFill/>
          </a:ln>
        </p:spPr>
      </p:pic>
      <p:sp>
        <p:nvSpPr>
          <p:cNvPr id="3" name="PlaceHolder 2"/>
          <p:cNvSpPr>
            <a:spLocks noGrp="1"/>
          </p:cNvSpPr>
          <p:nvPr>
            <p:ph type="sldNum" idx="5"/>
          </p:nvPr>
        </p:nvSpPr>
        <p:spPr/>
        <p:txBody>
          <a:bodyPr/>
          <a:p>
            <a:fld id="{A7A04652-C965-491E-898B-B55266334C4A}"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Linux File System</a:t>
            </a:r>
            <a:endParaRPr b="0" lang="en-US" sz="4000" spc="-1" strike="noStrike">
              <a:latin typeface="Arial"/>
            </a:endParaRPr>
          </a:p>
        </p:txBody>
      </p:sp>
      <p:sp>
        <p:nvSpPr>
          <p:cNvPr id="185" name="PlaceHolder 2"/>
          <p:cNvSpPr>
            <a:spLocks noGrp="1"/>
          </p:cNvSpPr>
          <p:nvPr>
            <p:ph/>
          </p:nvPr>
        </p:nvSpPr>
        <p:spPr>
          <a:xfrm>
            <a:off x="457200" y="1600200"/>
            <a:ext cx="8228880" cy="4876200"/>
          </a:xfrm>
          <a:prstGeom prst="rect">
            <a:avLst/>
          </a:prstGeom>
          <a:noFill/>
          <a:ln w="0">
            <a:noFill/>
          </a:ln>
        </p:spPr>
        <p:txBody>
          <a:bodyPr lIns="90000" rIns="90000" tIns="45000" bIns="45000" anchor="t">
            <a:noAutofit/>
          </a:bodyPr>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Top-level Directory:</a:t>
            </a: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1" lang="en-US" sz="2400" spc="-1" strike="noStrike">
                <a:solidFill>
                  <a:srgbClr val="292934"/>
                </a:solidFill>
                <a:latin typeface="Arial"/>
              </a:rPr>
              <a:t>/bin</a:t>
            </a:r>
            <a:r>
              <a:rPr b="0" lang="en-US" sz="2400" spc="-1" strike="noStrike">
                <a:solidFill>
                  <a:srgbClr val="292934"/>
                </a:solidFill>
                <a:latin typeface="Arial"/>
              </a:rPr>
              <a:t>: Contains executable binary, commands used by all the users of the system are located here</a:t>
            </a:r>
            <a:endParaRPr b="0" lang="en-US" sz="2400" spc="-1" strike="noStrike">
              <a:latin typeface="Arial"/>
            </a:endParaRPr>
          </a:p>
        </p:txBody>
      </p:sp>
      <p:pic>
        <p:nvPicPr>
          <p:cNvPr id="186" name="Picture 4" descr=""/>
          <p:cNvPicPr/>
          <p:nvPr/>
        </p:nvPicPr>
        <p:blipFill>
          <a:blip r:embed="rId1"/>
          <a:stretch/>
        </p:blipFill>
        <p:spPr>
          <a:xfrm>
            <a:off x="762120" y="2295360"/>
            <a:ext cx="7314480" cy="3150360"/>
          </a:xfrm>
          <a:prstGeom prst="rect">
            <a:avLst/>
          </a:prstGeom>
          <a:ln w="0">
            <a:noFill/>
          </a:ln>
        </p:spPr>
      </p:pic>
      <p:sp>
        <p:nvSpPr>
          <p:cNvPr id="4" name="PlaceHolder 3"/>
          <p:cNvSpPr>
            <a:spLocks noGrp="1"/>
          </p:cNvSpPr>
          <p:nvPr>
            <p:ph type="sldNum" idx="5"/>
          </p:nvPr>
        </p:nvSpPr>
        <p:spPr/>
        <p:txBody>
          <a:bodyPr/>
          <a:p>
            <a:fld id="{0566D9AD-8C36-400B-8BB8-92E517E0E86A}"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Linux File System</a:t>
            </a:r>
            <a:endParaRPr b="0" lang="en-US" sz="4000" spc="-1" strike="noStrike">
              <a:latin typeface="Arial"/>
            </a:endParaRPr>
          </a:p>
        </p:txBody>
      </p:sp>
      <p:sp>
        <p:nvSpPr>
          <p:cNvPr id="188" name="PlaceHolder 2"/>
          <p:cNvSpPr>
            <a:spLocks noGrp="1"/>
          </p:cNvSpPr>
          <p:nvPr>
            <p:ph/>
          </p:nvPr>
        </p:nvSpPr>
        <p:spPr>
          <a:xfrm>
            <a:off x="457200" y="1600200"/>
            <a:ext cx="8228880" cy="4876200"/>
          </a:xfrm>
          <a:prstGeom prst="rect">
            <a:avLst/>
          </a:prstGeom>
          <a:noFill/>
          <a:ln w="0">
            <a:noFill/>
          </a:ln>
        </p:spPr>
        <p:txBody>
          <a:bodyPr lIns="90000" rIns="90000" tIns="45000" bIns="45000" anchor="t">
            <a:noAutofit/>
          </a:bodyPr>
          <a:p>
            <a:pPr marL="182880" indent="-182880">
              <a:lnSpc>
                <a:spcPct val="100000"/>
              </a:lnSpc>
              <a:spcBef>
                <a:spcPts val="479"/>
              </a:spcBef>
              <a:buClr>
                <a:srgbClr val="93a299"/>
              </a:buClr>
              <a:buSzPct val="85000"/>
              <a:buFont typeface="Arial"/>
              <a:buChar char="•"/>
            </a:pPr>
            <a:r>
              <a:rPr b="1" lang="en-US" sz="2400" spc="-1" strike="noStrike">
                <a:solidFill>
                  <a:srgbClr val="292934"/>
                </a:solidFill>
                <a:latin typeface="Arial"/>
              </a:rPr>
              <a:t>/sbin</a:t>
            </a:r>
            <a:r>
              <a:rPr b="0" lang="en-US" sz="2400" spc="-1" strike="noStrike">
                <a:solidFill>
                  <a:srgbClr val="292934"/>
                </a:solidFill>
                <a:latin typeface="Arial"/>
              </a:rPr>
              <a:t>: contains executable binary files used typically by system administrator, for system maintenance purpose.</a:t>
            </a:r>
            <a:endParaRPr b="0" lang="en-US" sz="2400" spc="-1" strike="noStrike">
              <a:latin typeface="Arial"/>
            </a:endParaRPr>
          </a:p>
          <a:p>
            <a:pPr>
              <a:lnSpc>
                <a:spcPct val="100000"/>
              </a:lnSpc>
              <a:spcBef>
                <a:spcPts val="479"/>
              </a:spcBef>
              <a:buNone/>
            </a:pP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1" lang="en-US" sz="2400" spc="-1" strike="noStrike">
                <a:solidFill>
                  <a:srgbClr val="292934"/>
                </a:solidFill>
                <a:latin typeface="Arial"/>
              </a:rPr>
              <a:t>/etc</a:t>
            </a:r>
            <a:r>
              <a:rPr b="0" lang="en-US" sz="2400" spc="-1" strike="noStrike">
                <a:solidFill>
                  <a:srgbClr val="292934"/>
                </a:solidFill>
                <a:latin typeface="Arial"/>
              </a:rPr>
              <a:t>: contains configuration files required by all programs, startup and shutdown shell scripts </a:t>
            </a:r>
            <a:endParaRPr b="0" lang="en-US" sz="2400" spc="-1" strike="noStrike">
              <a:latin typeface="Arial"/>
            </a:endParaRPr>
          </a:p>
          <a:p>
            <a:pPr>
              <a:lnSpc>
                <a:spcPct val="100000"/>
              </a:lnSpc>
              <a:spcBef>
                <a:spcPts val="479"/>
              </a:spcBef>
              <a:buNone/>
            </a:pP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1" lang="en-US" sz="2400" spc="-1" strike="noStrike">
                <a:solidFill>
                  <a:srgbClr val="292934"/>
                </a:solidFill>
                <a:latin typeface="Arial"/>
              </a:rPr>
              <a:t>/dev</a:t>
            </a:r>
            <a:r>
              <a:rPr b="0" lang="en-US" sz="2400" spc="-1" strike="noStrike">
                <a:solidFill>
                  <a:srgbClr val="292934"/>
                </a:solidFill>
                <a:latin typeface="Arial"/>
              </a:rPr>
              <a:t>: contains device files</a:t>
            </a:r>
            <a:endParaRPr b="0" lang="en-US" sz="2400" spc="-1" strike="noStrike">
              <a:latin typeface="Arial"/>
            </a:endParaRPr>
          </a:p>
          <a:p>
            <a:pPr lvl="1" marL="457200" indent="-182880">
              <a:lnSpc>
                <a:spcPct val="100000"/>
              </a:lnSpc>
              <a:spcBef>
                <a:spcPts val="400"/>
              </a:spcBef>
              <a:buClr>
                <a:srgbClr val="93a299"/>
              </a:buClr>
              <a:buSzPct val="85000"/>
              <a:buFont typeface="Arial"/>
              <a:buChar char="•"/>
            </a:pPr>
            <a:r>
              <a:rPr b="0" lang="en-US" sz="2000" spc="-1" strike="noStrike">
                <a:solidFill>
                  <a:srgbClr val="292934"/>
                </a:solidFill>
                <a:latin typeface="Arial"/>
              </a:rPr>
              <a:t>E.g. /dev/tty1, /dev/usbmon0</a:t>
            </a:r>
            <a:endParaRPr b="0" lang="en-US" sz="2000" spc="-1" strike="noStrike">
              <a:latin typeface="Arial"/>
            </a:endParaRPr>
          </a:p>
          <a:p>
            <a:pPr marL="182880" indent="-182880">
              <a:lnSpc>
                <a:spcPct val="100000"/>
              </a:lnSpc>
              <a:spcBef>
                <a:spcPts val="479"/>
              </a:spcBef>
              <a:buClr>
                <a:srgbClr val="93a299"/>
              </a:buClr>
              <a:buSzPct val="85000"/>
              <a:buFont typeface="Arial"/>
              <a:buChar char="•"/>
            </a:pPr>
            <a:r>
              <a:rPr b="1" lang="en-US" sz="2400" spc="-1" strike="noStrike">
                <a:solidFill>
                  <a:srgbClr val="292934"/>
                </a:solidFill>
                <a:latin typeface="Arial"/>
              </a:rPr>
              <a:t>/proc</a:t>
            </a:r>
            <a:r>
              <a:rPr b="0" lang="en-US" sz="2400" spc="-1" strike="noStrike">
                <a:solidFill>
                  <a:srgbClr val="292934"/>
                </a:solidFill>
                <a:latin typeface="Arial"/>
              </a:rPr>
              <a:t>: contains information about running system process</a:t>
            </a:r>
            <a:endParaRPr b="0" lang="en-US" sz="2400" spc="-1" strike="noStrike">
              <a:latin typeface="Arial"/>
            </a:endParaRPr>
          </a:p>
          <a:p>
            <a:pPr>
              <a:lnSpc>
                <a:spcPct val="100000"/>
              </a:lnSpc>
              <a:spcBef>
                <a:spcPts val="479"/>
              </a:spcBef>
              <a:buNone/>
            </a:pP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1" lang="en-US" sz="2400" spc="-1" strike="noStrike">
                <a:solidFill>
                  <a:srgbClr val="292934"/>
                </a:solidFill>
                <a:latin typeface="Arial"/>
              </a:rPr>
              <a:t>/home</a:t>
            </a:r>
            <a:r>
              <a:rPr b="0" lang="en-US" sz="2400" spc="-1" strike="noStrike">
                <a:solidFill>
                  <a:srgbClr val="292934"/>
                </a:solidFill>
                <a:latin typeface="Arial"/>
              </a:rPr>
              <a:t>: store user personal files</a:t>
            </a:r>
            <a:endParaRPr b="0" lang="en-US" sz="2400" spc="-1" strike="noStrike">
              <a:latin typeface="Arial"/>
            </a:endParaRPr>
          </a:p>
        </p:txBody>
      </p:sp>
      <p:sp>
        <p:nvSpPr>
          <p:cNvPr id="4" name="PlaceHolder 3"/>
          <p:cNvSpPr>
            <a:spLocks noGrp="1"/>
          </p:cNvSpPr>
          <p:nvPr>
            <p:ph type="sldNum" idx="5"/>
          </p:nvPr>
        </p:nvSpPr>
        <p:spPr/>
        <p:txBody>
          <a:bodyPr/>
          <a:p>
            <a:fld id="{833AC85F-937F-434B-8090-70EEF5008FE7}" type="slidenum">
              <a:t>13</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Linux File System</a:t>
            </a:r>
            <a:endParaRPr b="0" lang="en-US" sz="4000" spc="-1" strike="noStrike">
              <a:latin typeface="Arial"/>
            </a:endParaRPr>
          </a:p>
        </p:txBody>
      </p:sp>
      <p:sp>
        <p:nvSpPr>
          <p:cNvPr id="190" name="PlaceHolder 2"/>
          <p:cNvSpPr>
            <a:spLocks noGrp="1"/>
          </p:cNvSpPr>
          <p:nvPr>
            <p:ph/>
          </p:nvPr>
        </p:nvSpPr>
        <p:spPr>
          <a:xfrm>
            <a:off x="457200" y="1600200"/>
            <a:ext cx="8228880" cy="4876200"/>
          </a:xfrm>
          <a:prstGeom prst="rect">
            <a:avLst/>
          </a:prstGeom>
          <a:noFill/>
          <a:ln w="0">
            <a:noFill/>
          </a:ln>
        </p:spPr>
        <p:txBody>
          <a:bodyPr lIns="90000" rIns="90000" tIns="45000" bIns="45000" anchor="t">
            <a:noAutofit/>
          </a:bodyPr>
          <a:p>
            <a:pPr marL="182880" indent="-182880">
              <a:lnSpc>
                <a:spcPct val="100000"/>
              </a:lnSpc>
              <a:spcBef>
                <a:spcPts val="479"/>
              </a:spcBef>
              <a:buClr>
                <a:srgbClr val="93a299"/>
              </a:buClr>
              <a:buSzPct val="85000"/>
              <a:buFont typeface="Arial"/>
              <a:buChar char="•"/>
            </a:pPr>
            <a:r>
              <a:rPr b="1" lang="en-US" sz="2400" spc="-1" strike="noStrike">
                <a:solidFill>
                  <a:srgbClr val="292934"/>
                </a:solidFill>
                <a:latin typeface="Arial"/>
              </a:rPr>
              <a:t>/boot</a:t>
            </a:r>
            <a:r>
              <a:rPr b="0" lang="en-US" sz="2400" spc="-1" strike="noStrike">
                <a:solidFill>
                  <a:srgbClr val="292934"/>
                </a:solidFill>
                <a:latin typeface="Arial"/>
              </a:rPr>
              <a:t>: contains boot loader related files</a:t>
            </a:r>
            <a:endParaRPr b="0" lang="en-US" sz="2400" spc="-1" strike="noStrike">
              <a:latin typeface="Arial"/>
            </a:endParaRPr>
          </a:p>
          <a:p>
            <a:pPr>
              <a:lnSpc>
                <a:spcPct val="100000"/>
              </a:lnSpc>
              <a:spcBef>
                <a:spcPts val="479"/>
              </a:spcBef>
              <a:buNone/>
            </a:pP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1" lang="en-US" sz="2400" spc="-1" strike="noStrike">
                <a:solidFill>
                  <a:srgbClr val="292934"/>
                </a:solidFill>
                <a:latin typeface="Arial"/>
              </a:rPr>
              <a:t>/usr</a:t>
            </a:r>
            <a:r>
              <a:rPr b="0" lang="en-US" sz="2400" spc="-1" strike="noStrike">
                <a:solidFill>
                  <a:srgbClr val="292934"/>
                </a:solidFill>
                <a:latin typeface="Arial"/>
              </a:rPr>
              <a:t>: contains binaries, libraries, documentation, and source code for second level programs.</a:t>
            </a:r>
            <a:endParaRPr b="0" lang="en-US" sz="2400" spc="-1" strike="noStrike">
              <a:latin typeface="Arial"/>
            </a:endParaRPr>
          </a:p>
          <a:p>
            <a:pPr>
              <a:lnSpc>
                <a:spcPct val="100000"/>
              </a:lnSpc>
              <a:spcBef>
                <a:spcPts val="479"/>
              </a:spcBef>
              <a:buNone/>
            </a:pP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1" lang="en-US" sz="2400" spc="-1" strike="noStrike">
                <a:solidFill>
                  <a:srgbClr val="292934"/>
                </a:solidFill>
                <a:latin typeface="Arial"/>
              </a:rPr>
              <a:t>/opt</a:t>
            </a:r>
            <a:r>
              <a:rPr b="0" lang="en-US" sz="2400" spc="-1" strike="noStrike">
                <a:solidFill>
                  <a:srgbClr val="292934"/>
                </a:solidFill>
                <a:latin typeface="Arial"/>
              </a:rPr>
              <a:t>: contains add-on applications from user, individual vendors</a:t>
            </a:r>
            <a:endParaRPr b="0" lang="en-US" sz="2400" spc="-1" strike="noStrike">
              <a:latin typeface="Arial"/>
            </a:endParaRPr>
          </a:p>
          <a:p>
            <a:pPr>
              <a:lnSpc>
                <a:spcPct val="100000"/>
              </a:lnSpc>
              <a:spcBef>
                <a:spcPts val="479"/>
              </a:spcBef>
              <a:buNone/>
            </a:pP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Refer to this link for more information</a:t>
            </a:r>
            <a:endParaRPr b="0" lang="en-US" sz="2400" spc="-1" strike="noStrike">
              <a:latin typeface="Arial"/>
            </a:endParaRPr>
          </a:p>
          <a:p>
            <a:pPr>
              <a:lnSpc>
                <a:spcPct val="100000"/>
              </a:lnSpc>
              <a:spcBef>
                <a:spcPts val="320"/>
              </a:spcBef>
              <a:buNone/>
              <a:tabLst>
                <a:tab algn="l" pos="0"/>
              </a:tabLst>
            </a:pPr>
            <a:r>
              <a:rPr b="0" i="1" lang="en-US" sz="1600" spc="-1" strike="noStrike">
                <a:solidFill>
                  <a:srgbClr val="0070c0"/>
                </a:solidFill>
                <a:latin typeface="Arial"/>
              </a:rPr>
              <a:t>http://www.thegeekstuff.com/2010/09/linux-file-system-structure/?utm_source=tuicool</a:t>
            </a:r>
            <a:endParaRPr b="0" lang="en-US" sz="1600" spc="-1" strike="noStrike">
              <a:latin typeface="Arial"/>
            </a:endParaRPr>
          </a:p>
        </p:txBody>
      </p:sp>
      <p:sp>
        <p:nvSpPr>
          <p:cNvPr id="4" name="PlaceHolder 3"/>
          <p:cNvSpPr>
            <a:spLocks noGrp="1"/>
          </p:cNvSpPr>
          <p:nvPr>
            <p:ph type="sldNum" idx="5"/>
          </p:nvPr>
        </p:nvSpPr>
        <p:spPr/>
        <p:txBody>
          <a:bodyPr/>
          <a:p>
            <a:fld id="{D1AC2814-F5DD-435B-A529-213E0CCAAF39}" type="slidenum">
              <a:t>14</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rmAutofit/>
          </a:bodyPr>
          <a:p>
            <a:pPr>
              <a:lnSpc>
                <a:spcPct val="100000"/>
              </a:lnSpc>
              <a:buNone/>
            </a:pPr>
            <a:r>
              <a:rPr b="0" lang="en-US" sz="4000" spc="-100" strike="noStrike">
                <a:solidFill>
                  <a:srgbClr val="d2533c"/>
                </a:solidFill>
                <a:latin typeface="Arial"/>
              </a:rPr>
              <a:t>Linux Administration</a:t>
            </a:r>
            <a:endParaRPr b="0" lang="en-US" sz="4000" spc="-1" strike="noStrike">
              <a:latin typeface="Arial"/>
            </a:endParaRPr>
          </a:p>
        </p:txBody>
      </p:sp>
      <p:graphicFrame>
        <p:nvGraphicFramePr>
          <p:cNvPr id="2" name="Diagram2"/>
          <p:cNvGraphicFramePr/>
          <p:nvPr>
            <p:extLst>
              <p:ext uri="{D42A27DB-BD31-4B8C-83A1-F6EECF244321}">
                <p14:modId xmlns:p14="http://schemas.microsoft.com/office/powerpoint/2010/main" val="2475172494"/>
              </p:ext>
            </p:extLst>
          </p:nvPr>
        </p:nvGraphicFramePr>
        <p:xfrm>
          <a:off x="990720" y="1710000"/>
          <a:ext cx="7466760" cy="23616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192" name="Picture 5" descr=""/>
          <p:cNvPicPr/>
          <p:nvPr/>
        </p:nvPicPr>
        <p:blipFill>
          <a:blip r:embed="rId6"/>
          <a:stretch/>
        </p:blipFill>
        <p:spPr>
          <a:xfrm>
            <a:off x="1143000" y="4306680"/>
            <a:ext cx="2986920" cy="2010960"/>
          </a:xfrm>
          <a:prstGeom prst="rect">
            <a:avLst/>
          </a:prstGeom>
          <a:ln w="0">
            <a:noFill/>
          </a:ln>
        </p:spPr>
      </p:pic>
      <p:pic>
        <p:nvPicPr>
          <p:cNvPr id="193" name="Picture 2" descr="The Linux command line for beginners | Ubuntu"/>
          <p:cNvPicPr/>
          <p:nvPr/>
        </p:nvPicPr>
        <p:blipFill>
          <a:blip r:embed="rId7"/>
          <a:stretch/>
        </p:blipFill>
        <p:spPr>
          <a:xfrm>
            <a:off x="4941360" y="4306680"/>
            <a:ext cx="3431880" cy="2010960"/>
          </a:xfrm>
          <a:prstGeom prst="rect">
            <a:avLst/>
          </a:prstGeom>
          <a:ln w="0">
            <a:noFill/>
          </a:ln>
        </p:spPr>
      </p:pic>
      <p:sp>
        <p:nvSpPr>
          <p:cNvPr id="3" name="PlaceHolder 2"/>
          <p:cNvSpPr>
            <a:spLocks noGrp="1"/>
          </p:cNvSpPr>
          <p:nvPr>
            <p:ph type="sldNum" idx="5"/>
          </p:nvPr>
        </p:nvSpPr>
        <p:spPr/>
        <p:txBody>
          <a:bodyPr/>
          <a:p>
            <a:fld id="{35250FA7-1429-43A6-B394-4F19283FACEE}" type="slidenum">
              <a:t>15</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Warm up</a:t>
            </a:r>
            <a:endParaRPr b="0" lang="en-US" sz="4000" spc="-1" strike="noStrike">
              <a:latin typeface="Arial"/>
            </a:endParaRPr>
          </a:p>
        </p:txBody>
      </p:sp>
      <p:sp>
        <p:nvSpPr>
          <p:cNvPr id="195" name="PlaceHolder 2"/>
          <p:cNvSpPr>
            <a:spLocks noGrp="1"/>
          </p:cNvSpPr>
          <p:nvPr>
            <p:ph/>
          </p:nvPr>
        </p:nvSpPr>
        <p:spPr>
          <a:xfrm>
            <a:off x="457200" y="1600200"/>
            <a:ext cx="8228880" cy="4876200"/>
          </a:xfrm>
          <a:prstGeom prst="rect">
            <a:avLst/>
          </a:prstGeom>
          <a:noFill/>
          <a:ln w="0">
            <a:noFill/>
          </a:ln>
        </p:spPr>
        <p:txBody>
          <a:bodyPr lIns="90000" rIns="90000" tIns="45000" bIns="45000" anchor="t">
            <a:normAutofit fontScale="89000"/>
          </a:bodyPr>
          <a:p>
            <a:pPr marL="182880" indent="-182880">
              <a:lnSpc>
                <a:spcPct val="150000"/>
              </a:lnSpc>
              <a:spcBef>
                <a:spcPts val="479"/>
              </a:spcBef>
              <a:buClr>
                <a:srgbClr val="93a299"/>
              </a:buClr>
              <a:buSzPct val="85000"/>
              <a:buFont typeface="Arial"/>
              <a:buChar char="•"/>
            </a:pPr>
            <a:r>
              <a:rPr b="0" lang="en-US" sz="2400" spc="-1" strike="noStrike">
                <a:solidFill>
                  <a:srgbClr val="292934"/>
                </a:solidFill>
                <a:latin typeface="Arial"/>
              </a:rPr>
              <a:t>Open </a:t>
            </a:r>
            <a:r>
              <a:rPr b="1" lang="en-US" sz="2400" spc="-1" strike="noStrike">
                <a:solidFill>
                  <a:srgbClr val="292934"/>
                </a:solidFill>
                <a:latin typeface="Arial"/>
              </a:rPr>
              <a:t>Ubuntu</a:t>
            </a:r>
            <a:r>
              <a:rPr b="0" lang="en-US" sz="2400" spc="-1" strike="noStrike">
                <a:solidFill>
                  <a:srgbClr val="292934"/>
                </a:solidFill>
                <a:latin typeface="Arial"/>
              </a:rPr>
              <a:t> -&gt; </a:t>
            </a:r>
            <a:r>
              <a:rPr b="1" lang="en-US" sz="2400" spc="-1" strike="noStrike">
                <a:solidFill>
                  <a:srgbClr val="292934"/>
                </a:solidFill>
                <a:latin typeface="Arial"/>
              </a:rPr>
              <a:t>Files</a:t>
            </a:r>
            <a:r>
              <a:rPr b="0" lang="en-US" sz="2400" spc="-1" strike="noStrike">
                <a:solidFill>
                  <a:srgbClr val="292934"/>
                </a:solidFill>
                <a:latin typeface="Arial"/>
              </a:rPr>
              <a:t> -&gt; </a:t>
            </a:r>
            <a:r>
              <a:rPr b="1" lang="en-US" sz="2400" spc="-1" strike="noStrike">
                <a:solidFill>
                  <a:srgbClr val="292934"/>
                </a:solidFill>
                <a:latin typeface="Arial"/>
              </a:rPr>
              <a:t>Home</a:t>
            </a:r>
            <a:endParaRPr b="0" lang="en-US" sz="2400" spc="-1" strike="noStrike">
              <a:latin typeface="Arial"/>
            </a:endParaRPr>
          </a:p>
          <a:p>
            <a:pPr marL="182880" indent="-182880">
              <a:lnSpc>
                <a:spcPct val="150000"/>
              </a:lnSpc>
              <a:spcBef>
                <a:spcPts val="479"/>
              </a:spcBef>
              <a:buClr>
                <a:srgbClr val="93a299"/>
              </a:buClr>
              <a:buSzPct val="85000"/>
              <a:buFont typeface="Arial"/>
              <a:buChar char="•"/>
            </a:pPr>
            <a:r>
              <a:rPr b="0" lang="en-US" sz="2400" spc="-1" strike="noStrike">
                <a:solidFill>
                  <a:srgbClr val="292934"/>
                </a:solidFill>
                <a:latin typeface="Arial"/>
              </a:rPr>
              <a:t>Create a new folder name “</a:t>
            </a:r>
            <a:r>
              <a:rPr b="1" lang="en-US" sz="2400" spc="-1" strike="noStrike">
                <a:solidFill>
                  <a:srgbClr val="292934"/>
                </a:solidFill>
                <a:latin typeface="Arial"/>
              </a:rPr>
              <a:t>bai_tap</a:t>
            </a:r>
            <a:r>
              <a:rPr b="0" lang="en-US" sz="2400" spc="-1" strike="noStrike">
                <a:solidFill>
                  <a:srgbClr val="292934"/>
                </a:solidFill>
                <a:latin typeface="Arial"/>
              </a:rPr>
              <a:t>”</a:t>
            </a:r>
            <a:endParaRPr b="0" lang="en-US" sz="2400" spc="-1" strike="noStrike">
              <a:latin typeface="Arial"/>
            </a:endParaRPr>
          </a:p>
          <a:p>
            <a:pPr marL="182880" indent="-182880">
              <a:lnSpc>
                <a:spcPct val="150000"/>
              </a:lnSpc>
              <a:spcBef>
                <a:spcPts val="479"/>
              </a:spcBef>
              <a:buClr>
                <a:srgbClr val="93a299"/>
              </a:buClr>
              <a:buSzPct val="85000"/>
              <a:buFont typeface="Arial"/>
              <a:buChar char="•"/>
            </a:pPr>
            <a:r>
              <a:rPr b="0" lang="en-US" sz="2400" spc="-1" strike="noStrike">
                <a:solidFill>
                  <a:srgbClr val="292934"/>
                </a:solidFill>
                <a:latin typeface="Arial"/>
              </a:rPr>
              <a:t>Open </a:t>
            </a:r>
            <a:r>
              <a:rPr b="1" lang="en-US" sz="2400" spc="-1" strike="noStrike">
                <a:solidFill>
                  <a:srgbClr val="292934"/>
                </a:solidFill>
                <a:latin typeface="Arial"/>
              </a:rPr>
              <a:t>Text Editor</a:t>
            </a:r>
            <a:endParaRPr b="0" lang="en-US" sz="2400" spc="-1" strike="noStrike">
              <a:latin typeface="Arial"/>
            </a:endParaRPr>
          </a:p>
          <a:p>
            <a:pPr marL="182880" indent="-182880">
              <a:lnSpc>
                <a:spcPct val="150000"/>
              </a:lnSpc>
              <a:spcBef>
                <a:spcPts val="479"/>
              </a:spcBef>
              <a:buClr>
                <a:srgbClr val="93a299"/>
              </a:buClr>
              <a:buSzPct val="85000"/>
              <a:buFont typeface="Arial"/>
              <a:buChar char="•"/>
            </a:pPr>
            <a:r>
              <a:rPr b="0" lang="en-US" sz="2400" spc="-1" strike="noStrike">
                <a:solidFill>
                  <a:srgbClr val="292934"/>
                </a:solidFill>
                <a:latin typeface="Arial"/>
              </a:rPr>
              <a:t>Type “Hello world” and save as a new file name “</a:t>
            </a:r>
            <a:r>
              <a:rPr b="1" lang="en-US" sz="2400" spc="-1" strike="noStrike">
                <a:solidFill>
                  <a:srgbClr val="292934"/>
                </a:solidFill>
                <a:latin typeface="Arial"/>
              </a:rPr>
              <a:t>bt_1</a:t>
            </a:r>
            <a:r>
              <a:rPr b="0" lang="en-US" sz="2400" spc="-1" strike="noStrike">
                <a:solidFill>
                  <a:srgbClr val="292934"/>
                </a:solidFill>
                <a:latin typeface="Arial"/>
              </a:rPr>
              <a:t>” in </a:t>
            </a:r>
            <a:r>
              <a:rPr b="1" lang="en-US" sz="2400" spc="-1" strike="noStrike">
                <a:solidFill>
                  <a:srgbClr val="292934"/>
                </a:solidFill>
                <a:latin typeface="Arial"/>
              </a:rPr>
              <a:t>Home</a:t>
            </a:r>
            <a:r>
              <a:rPr b="0" lang="en-US" sz="2400" spc="-1" strike="noStrike">
                <a:solidFill>
                  <a:srgbClr val="292934"/>
                </a:solidFill>
                <a:latin typeface="Arial"/>
              </a:rPr>
              <a:t> folder</a:t>
            </a:r>
            <a:endParaRPr b="0" lang="en-US" sz="2400" spc="-1" strike="noStrike">
              <a:latin typeface="Arial"/>
            </a:endParaRPr>
          </a:p>
          <a:p>
            <a:pPr marL="182880" indent="-182880">
              <a:lnSpc>
                <a:spcPct val="150000"/>
              </a:lnSpc>
              <a:spcBef>
                <a:spcPts val="479"/>
              </a:spcBef>
              <a:buClr>
                <a:srgbClr val="93a299"/>
              </a:buClr>
              <a:buSzPct val="85000"/>
              <a:buFont typeface="Arial"/>
              <a:buChar char="•"/>
            </a:pPr>
            <a:r>
              <a:rPr b="0" lang="en-US" sz="2400" spc="-1" strike="noStrike">
                <a:solidFill>
                  <a:srgbClr val="292934"/>
                </a:solidFill>
                <a:latin typeface="Arial"/>
              </a:rPr>
              <a:t>Right click on “</a:t>
            </a:r>
            <a:r>
              <a:rPr b="1" lang="en-US" sz="2400" spc="-1" strike="noStrike">
                <a:solidFill>
                  <a:srgbClr val="292934"/>
                </a:solidFill>
                <a:latin typeface="Arial"/>
              </a:rPr>
              <a:t>bt_1</a:t>
            </a:r>
            <a:r>
              <a:rPr b="0" lang="en-US" sz="2400" spc="-1" strike="noStrike">
                <a:solidFill>
                  <a:srgbClr val="292934"/>
                </a:solidFill>
                <a:latin typeface="Arial"/>
              </a:rPr>
              <a:t>”. Select </a:t>
            </a:r>
            <a:r>
              <a:rPr b="1" lang="en-US" sz="2400" spc="-1" strike="noStrike">
                <a:solidFill>
                  <a:srgbClr val="292934"/>
                </a:solidFill>
                <a:latin typeface="Arial"/>
              </a:rPr>
              <a:t>Properties</a:t>
            </a:r>
            <a:r>
              <a:rPr b="0" lang="en-US" sz="2400" spc="-1" strike="noStrike">
                <a:solidFill>
                  <a:srgbClr val="292934"/>
                </a:solidFill>
                <a:latin typeface="Arial"/>
              </a:rPr>
              <a:t> -&gt; </a:t>
            </a:r>
            <a:r>
              <a:rPr b="1" lang="en-US" sz="2400" spc="-1" strike="noStrike">
                <a:solidFill>
                  <a:srgbClr val="292934"/>
                </a:solidFill>
                <a:latin typeface="Arial"/>
              </a:rPr>
              <a:t>Permission</a:t>
            </a:r>
            <a:r>
              <a:rPr b="0" lang="en-US" sz="2400" spc="-1" strike="noStrike">
                <a:solidFill>
                  <a:srgbClr val="292934"/>
                </a:solidFill>
                <a:latin typeface="Arial"/>
              </a:rPr>
              <a:t> </a:t>
            </a:r>
            <a:endParaRPr b="0" lang="en-US" sz="2400" spc="-1" strike="noStrike">
              <a:latin typeface="Arial"/>
            </a:endParaRPr>
          </a:p>
          <a:p>
            <a:pPr marL="182880" indent="-182880">
              <a:lnSpc>
                <a:spcPct val="150000"/>
              </a:lnSpc>
              <a:spcBef>
                <a:spcPts val="479"/>
              </a:spcBef>
              <a:buClr>
                <a:srgbClr val="93a299"/>
              </a:buClr>
              <a:buSzPct val="85000"/>
              <a:buFont typeface="Arial"/>
              <a:buChar char="•"/>
            </a:pPr>
            <a:r>
              <a:rPr b="0" lang="en-US" sz="2400" spc="-1" strike="noStrike">
                <a:solidFill>
                  <a:srgbClr val="292934"/>
                </a:solidFill>
                <a:latin typeface="Arial"/>
              </a:rPr>
              <a:t>Change Owner Acess to </a:t>
            </a:r>
            <a:r>
              <a:rPr b="1" lang="en-US" sz="2400" spc="-1" strike="noStrike">
                <a:solidFill>
                  <a:srgbClr val="292934"/>
                </a:solidFill>
                <a:latin typeface="Arial"/>
              </a:rPr>
              <a:t>Read Only</a:t>
            </a:r>
            <a:r>
              <a:rPr b="0" lang="en-US" sz="2400" spc="-1" strike="noStrike">
                <a:solidFill>
                  <a:srgbClr val="292934"/>
                </a:solidFill>
                <a:latin typeface="Arial"/>
              </a:rPr>
              <a:t>, then Close</a:t>
            </a:r>
            <a:endParaRPr b="0" lang="en-US" sz="2400" spc="-1" strike="noStrike">
              <a:latin typeface="Arial"/>
            </a:endParaRPr>
          </a:p>
          <a:p>
            <a:pPr marL="182880" indent="-182880">
              <a:lnSpc>
                <a:spcPct val="150000"/>
              </a:lnSpc>
              <a:spcBef>
                <a:spcPts val="479"/>
              </a:spcBef>
              <a:buClr>
                <a:srgbClr val="93a299"/>
              </a:buClr>
              <a:buSzPct val="85000"/>
              <a:buFont typeface="Arial"/>
              <a:buChar char="•"/>
            </a:pPr>
            <a:r>
              <a:rPr b="0" lang="en-US" sz="2400" spc="-1" strike="noStrike">
                <a:solidFill>
                  <a:srgbClr val="292934"/>
                </a:solidFill>
                <a:latin typeface="Arial"/>
              </a:rPr>
              <a:t>Try to edit the file and save it</a:t>
            </a:r>
            <a:endParaRPr b="0" lang="en-US" sz="2400" spc="-1" strike="noStrike">
              <a:latin typeface="Arial"/>
            </a:endParaRPr>
          </a:p>
          <a:p>
            <a:pPr marL="182880" indent="-182880">
              <a:lnSpc>
                <a:spcPct val="150000"/>
              </a:lnSpc>
              <a:spcBef>
                <a:spcPts val="479"/>
              </a:spcBef>
              <a:buClr>
                <a:srgbClr val="93a299"/>
              </a:buClr>
              <a:buSzPct val="85000"/>
              <a:buFont typeface="Arial"/>
              <a:buChar char="•"/>
            </a:pPr>
            <a:r>
              <a:rPr b="0" lang="en-US" sz="2400" spc="-1" strike="noStrike">
                <a:solidFill>
                  <a:srgbClr val="292934"/>
                </a:solidFill>
                <a:latin typeface="Arial"/>
              </a:rPr>
              <a:t>Try to create a new file</a:t>
            </a: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p:txBody>
      </p:sp>
      <p:sp>
        <p:nvSpPr>
          <p:cNvPr id="4" name="PlaceHolder 3"/>
          <p:cNvSpPr>
            <a:spLocks noGrp="1"/>
          </p:cNvSpPr>
          <p:nvPr>
            <p:ph type="sldNum" idx="5"/>
          </p:nvPr>
        </p:nvSpPr>
        <p:spPr/>
        <p:txBody>
          <a:bodyPr/>
          <a:p>
            <a:fld id="{460E4580-55BB-4843-8980-8FABC5502684}" type="slidenum">
              <a:t>16</a:t>
            </a:fld>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rmAutofit/>
          </a:bodyPr>
          <a:p>
            <a:pPr>
              <a:lnSpc>
                <a:spcPct val="100000"/>
              </a:lnSpc>
              <a:buNone/>
            </a:pPr>
            <a:r>
              <a:rPr b="0" lang="en-US" sz="4000" spc="-100" strike="noStrike">
                <a:solidFill>
                  <a:srgbClr val="d2533c"/>
                </a:solidFill>
                <a:latin typeface="Arial"/>
              </a:rPr>
              <a:t>Linux Terminal</a:t>
            </a:r>
            <a:endParaRPr b="0" lang="en-US" sz="4000" spc="-1" strike="noStrike">
              <a:latin typeface="Arial"/>
            </a:endParaRPr>
          </a:p>
        </p:txBody>
      </p:sp>
      <p:sp>
        <p:nvSpPr>
          <p:cNvPr id="197" name="PlaceHolder 2"/>
          <p:cNvSpPr>
            <a:spLocks noGrp="1"/>
          </p:cNvSpPr>
          <p:nvPr>
            <p:ph/>
          </p:nvPr>
        </p:nvSpPr>
        <p:spPr>
          <a:xfrm>
            <a:off x="457200" y="1600200"/>
            <a:ext cx="8228880" cy="4876200"/>
          </a:xfrm>
          <a:prstGeom prst="rect">
            <a:avLst/>
          </a:prstGeom>
          <a:noFill/>
          <a:ln w="0">
            <a:noFill/>
          </a:ln>
        </p:spPr>
        <p:txBody>
          <a:bodyPr lIns="90000" rIns="90000" tIns="45000" bIns="45000" anchor="t">
            <a:noAutofit/>
          </a:bodyPr>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The command line is an </a:t>
            </a:r>
            <a:r>
              <a:rPr b="0" lang="en-US" sz="2400" spc="-1" strike="noStrike">
                <a:solidFill>
                  <a:srgbClr val="0070c0"/>
                </a:solidFill>
                <a:latin typeface="Arial"/>
              </a:rPr>
              <a:t>interesting beast</a:t>
            </a: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Most of time you communicate with the embedded board via Terminal</a:t>
            </a: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Terminal use </a:t>
            </a:r>
            <a:r>
              <a:rPr b="1" lang="en-US" sz="2400" spc="-1" strike="noStrike">
                <a:solidFill>
                  <a:srgbClr val="292934"/>
                </a:solidFill>
                <a:latin typeface="Arial"/>
              </a:rPr>
              <a:t>BASH</a:t>
            </a:r>
            <a:r>
              <a:rPr b="0" lang="en-US" sz="2400" spc="-1" strike="noStrike">
                <a:solidFill>
                  <a:srgbClr val="292934"/>
                </a:solidFill>
                <a:latin typeface="Arial"/>
              </a:rPr>
              <a:t> language</a:t>
            </a: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Linux </a:t>
            </a:r>
            <a:r>
              <a:rPr b="0" lang="en-US" sz="2400" spc="-1" strike="noStrike">
                <a:solidFill>
                  <a:srgbClr val="0070c0"/>
                </a:solidFill>
                <a:latin typeface="Arial"/>
              </a:rPr>
              <a:t>ignores the extension </a:t>
            </a:r>
            <a:r>
              <a:rPr b="0" lang="en-US" sz="2400" spc="-1" strike="noStrike">
                <a:solidFill>
                  <a:srgbClr val="292934"/>
                </a:solidFill>
                <a:latin typeface="Arial"/>
              </a:rPr>
              <a:t>and looks inside the file to determine what type of file it is.</a:t>
            </a: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Linux is Case Sensitive</a:t>
            </a:r>
            <a:endParaRPr b="0" lang="en-US" sz="2400" spc="-1" strike="noStrike">
              <a:latin typeface="Arial"/>
            </a:endParaRPr>
          </a:p>
          <a:p>
            <a:pPr marL="274320">
              <a:lnSpc>
                <a:spcPct val="100000"/>
              </a:lnSpc>
              <a:spcBef>
                <a:spcPts val="400"/>
              </a:spcBef>
              <a:buNone/>
              <a:tabLst>
                <a:tab algn="l" pos="0"/>
              </a:tabLst>
            </a:pPr>
            <a:r>
              <a:rPr b="0" lang="en-US" sz="2000" spc="-1" strike="noStrike">
                <a:solidFill>
                  <a:srgbClr val="292934"/>
                </a:solidFill>
                <a:latin typeface="Arial"/>
              </a:rPr>
              <a:t>e.g.   file1.TXT   ≠  file1.txt</a:t>
            </a:r>
            <a:endParaRPr b="0" lang="en-US" sz="20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0" lang="en-US" sz="2400" spc="-1" strike="noStrike">
                <a:solidFill>
                  <a:srgbClr val="292934"/>
                </a:solidFill>
                <a:latin typeface="Arial"/>
              </a:rPr>
              <a:t>Careful with </a:t>
            </a:r>
            <a:r>
              <a:rPr b="0" lang="en-US" sz="2400" spc="-1" strike="noStrike">
                <a:solidFill>
                  <a:srgbClr val="0070c0"/>
                </a:solidFill>
                <a:latin typeface="Arial"/>
              </a:rPr>
              <a:t>space</a:t>
            </a:r>
            <a:r>
              <a:rPr b="0" lang="en-US" sz="2400" spc="-1" strike="noStrike">
                <a:solidFill>
                  <a:srgbClr val="292934"/>
                </a:solidFill>
                <a:latin typeface="Arial"/>
              </a:rPr>
              <a:t> in file names</a:t>
            </a:r>
            <a:endParaRPr b="0" lang="en-US" sz="24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0" lang="en-US" sz="2400" spc="-1" strike="noStrike">
                <a:solidFill>
                  <a:srgbClr val="292934"/>
                </a:solidFill>
                <a:latin typeface="Arial"/>
              </a:rPr>
              <a:t>The Linux command line </a:t>
            </a:r>
            <a:r>
              <a:rPr b="0" lang="en-US" sz="2400" spc="-1" strike="noStrike">
                <a:solidFill>
                  <a:srgbClr val="0070c0"/>
                </a:solidFill>
                <a:latin typeface="Arial"/>
              </a:rPr>
              <a:t>does not have an undo feature</a:t>
            </a:r>
            <a:r>
              <a:rPr b="0" lang="en-US" sz="2400" spc="-1" strike="noStrike">
                <a:solidFill>
                  <a:srgbClr val="292934"/>
                </a:solidFill>
                <a:latin typeface="Arial"/>
              </a:rPr>
              <a:t>. Perform destructive actions carefuly.</a:t>
            </a:r>
            <a:endParaRPr b="0" lang="en-US" sz="2400" spc="-1" strike="noStrike">
              <a:latin typeface="Arial"/>
            </a:endParaRPr>
          </a:p>
        </p:txBody>
      </p:sp>
      <p:sp>
        <p:nvSpPr>
          <p:cNvPr id="4" name="PlaceHolder 3"/>
          <p:cNvSpPr>
            <a:spLocks noGrp="1"/>
          </p:cNvSpPr>
          <p:nvPr>
            <p:ph type="sldNum" idx="5"/>
          </p:nvPr>
        </p:nvSpPr>
        <p:spPr/>
        <p:txBody>
          <a:bodyPr/>
          <a:p>
            <a:fld id="{CEBDE78B-1E8A-454E-84E2-CA3415BDEBA5}" type="slidenum">
              <a:t>17</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Linux Terminal</a:t>
            </a:r>
            <a:endParaRPr b="0" lang="en-US" sz="4000" spc="-1" strike="noStrike">
              <a:latin typeface="Arial"/>
            </a:endParaRPr>
          </a:p>
        </p:txBody>
      </p:sp>
      <p:sp>
        <p:nvSpPr>
          <p:cNvPr id="199" name="PlaceHolder 2"/>
          <p:cNvSpPr>
            <a:spLocks noGrp="1"/>
          </p:cNvSpPr>
          <p:nvPr>
            <p:ph/>
          </p:nvPr>
        </p:nvSpPr>
        <p:spPr>
          <a:xfrm>
            <a:off x="457200" y="1600200"/>
            <a:ext cx="4723560" cy="4876200"/>
          </a:xfrm>
          <a:prstGeom prst="rect">
            <a:avLst/>
          </a:prstGeom>
          <a:noFill/>
          <a:ln w="0">
            <a:noFill/>
          </a:ln>
        </p:spPr>
        <p:txBody>
          <a:bodyPr lIns="90000" rIns="90000" tIns="45000" bIns="45000" anchor="t">
            <a:normAutofit fontScale="92000"/>
          </a:bodyPr>
          <a:p>
            <a:pPr>
              <a:lnSpc>
                <a:spcPct val="100000"/>
              </a:lnSpc>
              <a:spcBef>
                <a:spcPts val="479"/>
              </a:spcBef>
              <a:buNone/>
              <a:tabLst>
                <a:tab algn="l" pos="0"/>
              </a:tabLst>
            </a:pPr>
            <a:r>
              <a:rPr b="1" lang="en-US" sz="2400" spc="-1" strike="noStrike">
                <a:solidFill>
                  <a:srgbClr val="292934"/>
                </a:solidFill>
                <a:latin typeface="Arial"/>
              </a:rPr>
              <a:t>Useful commands:</a:t>
            </a:r>
            <a:endParaRPr b="0" lang="en-US" sz="2400" spc="-1" strike="noStrike">
              <a:latin typeface="Arial"/>
            </a:endParaRPr>
          </a:p>
          <a:p>
            <a:pPr marL="182880" indent="-182880">
              <a:lnSpc>
                <a:spcPct val="100000"/>
              </a:lnSpc>
              <a:spcBef>
                <a:spcPts val="459"/>
              </a:spcBef>
              <a:buClr>
                <a:srgbClr val="93a299"/>
              </a:buClr>
              <a:buSzPct val="85000"/>
              <a:buFont typeface="Arial"/>
              <a:buChar char="•"/>
              <a:tabLst>
                <a:tab algn="l" pos="0"/>
              </a:tabLst>
            </a:pPr>
            <a:r>
              <a:rPr b="1" lang="en-US" sz="2300" spc="-1" strike="noStrike">
                <a:solidFill>
                  <a:srgbClr val="0070c0"/>
                </a:solidFill>
                <a:latin typeface="Arial"/>
              </a:rPr>
              <a:t>pwd</a:t>
            </a:r>
            <a:r>
              <a:rPr b="0" lang="en-US" sz="2300" spc="-1" strike="noStrike">
                <a:solidFill>
                  <a:srgbClr val="292934"/>
                </a:solidFill>
                <a:latin typeface="Arial"/>
              </a:rPr>
              <a:t> </a:t>
            </a:r>
            <a:r>
              <a:rPr b="0" lang="en-US" sz="2300" spc="-1" strike="noStrike">
                <a:solidFill>
                  <a:srgbClr val="292934"/>
                </a:solidFill>
                <a:latin typeface="Calibri"/>
              </a:rPr>
              <a:t>–</a:t>
            </a:r>
            <a:r>
              <a:rPr b="0" lang="en-US" sz="2300" spc="-1" strike="noStrike">
                <a:solidFill>
                  <a:srgbClr val="292934"/>
                </a:solidFill>
                <a:latin typeface="Arial"/>
              </a:rPr>
              <a:t>  Print Working Directory</a:t>
            </a:r>
            <a:endParaRPr b="0" lang="en-US" sz="2300" spc="-1" strike="noStrike">
              <a:latin typeface="Arial"/>
            </a:endParaRPr>
          </a:p>
          <a:p>
            <a:pPr marL="548640">
              <a:lnSpc>
                <a:spcPct val="100000"/>
              </a:lnSpc>
              <a:spcBef>
                <a:spcPts val="459"/>
              </a:spcBef>
              <a:buNone/>
              <a:tabLst>
                <a:tab algn="l" pos="0"/>
              </a:tabLst>
            </a:pPr>
            <a:r>
              <a:rPr b="0" lang="en-US" sz="2300" spc="-1" strike="noStrike">
                <a:solidFill>
                  <a:srgbClr val="292934"/>
                </a:solidFill>
                <a:latin typeface="Arial"/>
              </a:rPr>
              <a:t>  </a:t>
            </a:r>
            <a:r>
              <a:rPr b="1" lang="en-US" sz="2300" spc="-1" strike="noStrike">
                <a:solidFill>
                  <a:srgbClr val="292934"/>
                </a:solidFill>
                <a:latin typeface="Book Antiqua"/>
              </a:rPr>
              <a:t>user@bash:</a:t>
            </a:r>
            <a:r>
              <a:rPr b="0" lang="en-US" sz="2300" spc="-1" strike="noStrike">
                <a:solidFill>
                  <a:srgbClr val="292934"/>
                </a:solidFill>
                <a:latin typeface="Book Antiqua"/>
              </a:rPr>
              <a:t> pwd</a:t>
            </a:r>
            <a:endParaRPr b="0" lang="en-US" sz="2300" spc="-1" strike="noStrike">
              <a:latin typeface="Arial"/>
            </a:endParaRPr>
          </a:p>
          <a:p>
            <a:pPr marL="548640">
              <a:lnSpc>
                <a:spcPct val="100000"/>
              </a:lnSpc>
              <a:spcBef>
                <a:spcPts val="459"/>
              </a:spcBef>
              <a:buNone/>
              <a:tabLst>
                <a:tab algn="l" pos="0"/>
              </a:tabLst>
            </a:pPr>
            <a:r>
              <a:rPr b="0" lang="en-US" sz="2300" spc="-1" strike="noStrike">
                <a:solidFill>
                  <a:srgbClr val="292934"/>
                </a:solidFill>
                <a:latin typeface="Book Antiqua"/>
              </a:rPr>
              <a:t>  </a:t>
            </a:r>
            <a:r>
              <a:rPr b="0" lang="en-US" sz="2300" spc="-1" strike="noStrike">
                <a:solidFill>
                  <a:srgbClr val="292934"/>
                </a:solidFill>
                <a:latin typeface="Book Antiqua"/>
              </a:rPr>
              <a:t>/home/haduc</a:t>
            </a:r>
            <a:endParaRPr b="0" lang="en-US" sz="2300" spc="-1" strike="noStrike">
              <a:latin typeface="Arial"/>
            </a:endParaRPr>
          </a:p>
          <a:p>
            <a:pPr marL="182880" indent="-182880">
              <a:lnSpc>
                <a:spcPct val="100000"/>
              </a:lnSpc>
              <a:spcBef>
                <a:spcPts val="459"/>
              </a:spcBef>
              <a:buClr>
                <a:srgbClr val="93a299"/>
              </a:buClr>
              <a:buSzPct val="85000"/>
              <a:buFont typeface="Arial"/>
              <a:buChar char="•"/>
              <a:tabLst>
                <a:tab algn="l" pos="0"/>
              </a:tabLst>
            </a:pPr>
            <a:r>
              <a:rPr b="1" lang="en-US" sz="2300" spc="-1" strike="noStrike">
                <a:solidFill>
                  <a:srgbClr val="0070c0"/>
                </a:solidFill>
                <a:latin typeface="Calibri"/>
              </a:rPr>
              <a:t>ls</a:t>
            </a:r>
            <a:r>
              <a:rPr b="0" lang="en-US" sz="2300" spc="-1" strike="noStrike">
                <a:solidFill>
                  <a:srgbClr val="292934"/>
                </a:solidFill>
                <a:latin typeface="Calibri"/>
              </a:rPr>
              <a:t> – list all folders and files in the working directory</a:t>
            </a:r>
            <a:endParaRPr b="0" lang="en-US" sz="2300" spc="-1" strike="noStrike">
              <a:latin typeface="Arial"/>
            </a:endParaRPr>
          </a:p>
          <a:p>
            <a:pPr marL="548640">
              <a:lnSpc>
                <a:spcPct val="100000"/>
              </a:lnSpc>
              <a:spcBef>
                <a:spcPts val="459"/>
              </a:spcBef>
              <a:buNone/>
              <a:tabLst>
                <a:tab algn="l" pos="0"/>
              </a:tabLst>
            </a:pPr>
            <a:r>
              <a:rPr b="1" lang="en-US" sz="2300" spc="-1" strike="noStrike">
                <a:solidFill>
                  <a:srgbClr val="292934"/>
                </a:solidFill>
                <a:latin typeface="Calibri"/>
              </a:rPr>
              <a:t> </a:t>
            </a:r>
            <a:r>
              <a:rPr b="1" lang="en-US" sz="2300" spc="-1" strike="noStrike">
                <a:solidFill>
                  <a:srgbClr val="292934"/>
                </a:solidFill>
                <a:latin typeface="Book Antiqua"/>
              </a:rPr>
              <a:t>user@bash:</a:t>
            </a:r>
            <a:r>
              <a:rPr b="0" lang="en-US" sz="2300" spc="-1" strike="noStrike">
                <a:solidFill>
                  <a:srgbClr val="292934"/>
                </a:solidFill>
                <a:latin typeface="Book Antiqua"/>
              </a:rPr>
              <a:t> ls</a:t>
            </a:r>
            <a:endParaRPr b="0" lang="en-US" sz="2300" spc="-1" strike="noStrike">
              <a:latin typeface="Arial"/>
            </a:endParaRPr>
          </a:p>
          <a:p>
            <a:pPr marL="548640">
              <a:lnSpc>
                <a:spcPct val="100000"/>
              </a:lnSpc>
              <a:spcBef>
                <a:spcPts val="459"/>
              </a:spcBef>
              <a:buNone/>
              <a:tabLst>
                <a:tab algn="l" pos="0"/>
              </a:tabLst>
            </a:pPr>
            <a:r>
              <a:rPr b="0" lang="en-US" sz="2300" spc="-1" strike="noStrike">
                <a:solidFill>
                  <a:srgbClr val="292934"/>
                </a:solidFill>
                <a:latin typeface="Book Antiqua"/>
              </a:rPr>
              <a:t> </a:t>
            </a:r>
            <a:r>
              <a:rPr b="0" lang="en-US" sz="2300" spc="-1" strike="noStrike">
                <a:solidFill>
                  <a:srgbClr val="292934"/>
                </a:solidFill>
                <a:latin typeface="Book Antiqua"/>
              </a:rPr>
              <a:t>bin Documents public_html</a:t>
            </a:r>
            <a:endParaRPr b="0" lang="en-US" sz="2300" spc="-1" strike="noStrike">
              <a:latin typeface="Arial"/>
            </a:endParaRPr>
          </a:p>
          <a:p>
            <a:pPr marL="548640">
              <a:lnSpc>
                <a:spcPct val="100000"/>
              </a:lnSpc>
              <a:spcBef>
                <a:spcPts val="459"/>
              </a:spcBef>
              <a:buNone/>
              <a:tabLst>
                <a:tab algn="l" pos="0"/>
              </a:tabLst>
            </a:pPr>
            <a:r>
              <a:rPr b="1" lang="en-US" sz="2300" spc="-1" strike="noStrike">
                <a:solidFill>
                  <a:srgbClr val="292934"/>
                </a:solidFill>
                <a:latin typeface="Book Antiqua"/>
              </a:rPr>
              <a:t>user@bash:</a:t>
            </a:r>
            <a:r>
              <a:rPr b="0" lang="en-US" sz="2300" spc="-1" strike="noStrike">
                <a:solidFill>
                  <a:srgbClr val="292934"/>
                </a:solidFill>
                <a:latin typeface="Book Antiqua"/>
              </a:rPr>
              <a:t> ls -l /etc </a:t>
            </a:r>
            <a:endParaRPr b="0" lang="en-US" sz="2300" spc="-1" strike="noStrike">
              <a:latin typeface="Arial"/>
            </a:endParaRPr>
          </a:p>
          <a:p>
            <a:pPr marL="182880" indent="-182880">
              <a:lnSpc>
                <a:spcPct val="100000"/>
              </a:lnSpc>
              <a:spcBef>
                <a:spcPts val="459"/>
              </a:spcBef>
              <a:buClr>
                <a:srgbClr val="93a299"/>
              </a:buClr>
              <a:buSzPct val="85000"/>
              <a:buFont typeface="Arial"/>
              <a:buChar char="•"/>
              <a:tabLst>
                <a:tab algn="l" pos="0"/>
              </a:tabLst>
            </a:pPr>
            <a:r>
              <a:rPr b="1" lang="en-US" sz="2300" spc="-1" strike="noStrike">
                <a:solidFill>
                  <a:srgbClr val="0070c0"/>
                </a:solidFill>
                <a:latin typeface="Arial"/>
              </a:rPr>
              <a:t>cd</a:t>
            </a:r>
            <a:r>
              <a:rPr b="0" lang="en-US" sz="2300" spc="-1" strike="noStrike">
                <a:solidFill>
                  <a:srgbClr val="0070c0"/>
                </a:solidFill>
                <a:latin typeface="Arial"/>
              </a:rPr>
              <a:t> </a:t>
            </a:r>
            <a:r>
              <a:rPr b="1" lang="en-US" sz="2300" spc="-1" strike="noStrike">
                <a:solidFill>
                  <a:srgbClr val="0070c0"/>
                </a:solidFill>
                <a:latin typeface="Arial"/>
              </a:rPr>
              <a:t>[location] </a:t>
            </a:r>
            <a:r>
              <a:rPr b="0" lang="en-US" sz="2300" spc="-1" strike="noStrike">
                <a:solidFill>
                  <a:srgbClr val="292934"/>
                </a:solidFill>
                <a:latin typeface="Arial"/>
              </a:rPr>
              <a:t>– move to the [location folder]</a:t>
            </a:r>
            <a:endParaRPr b="0" lang="en-US" sz="2300" spc="-1" strike="noStrike">
              <a:latin typeface="Arial"/>
            </a:endParaRPr>
          </a:p>
          <a:p>
            <a:pPr>
              <a:lnSpc>
                <a:spcPct val="100000"/>
              </a:lnSpc>
              <a:spcBef>
                <a:spcPts val="459"/>
              </a:spcBef>
              <a:buNone/>
              <a:tabLst>
                <a:tab algn="l" pos="0"/>
              </a:tabLst>
            </a:pPr>
            <a:r>
              <a:rPr b="0" lang="en-US" sz="2300" spc="-1" strike="noStrike">
                <a:solidFill>
                  <a:srgbClr val="292934"/>
                </a:solidFill>
                <a:latin typeface="Arial"/>
              </a:rPr>
              <a:t>	</a:t>
            </a:r>
            <a:r>
              <a:rPr b="0" lang="en-US" sz="2300" spc="-1" strike="noStrike">
                <a:solidFill>
                  <a:srgbClr val="292934"/>
                </a:solidFill>
                <a:latin typeface="Arial"/>
              </a:rPr>
              <a:t>e.g. cd /usr/local/bin</a:t>
            </a:r>
            <a:endParaRPr b="0" lang="en-US" sz="2300" spc="-1" strike="noStrike">
              <a:latin typeface="Arial"/>
            </a:endParaRPr>
          </a:p>
          <a:p>
            <a:pPr>
              <a:lnSpc>
                <a:spcPct val="100000"/>
              </a:lnSpc>
              <a:spcBef>
                <a:spcPts val="459"/>
              </a:spcBef>
              <a:buNone/>
              <a:tabLst>
                <a:tab algn="l" pos="0"/>
              </a:tabLst>
            </a:pPr>
            <a:r>
              <a:rPr b="0" lang="en-US" sz="2300" spc="-1" strike="noStrike">
                <a:solidFill>
                  <a:srgbClr val="292934"/>
                </a:solidFill>
                <a:latin typeface="Arial"/>
              </a:rPr>
              <a:t>                   </a:t>
            </a:r>
            <a:r>
              <a:rPr b="0" lang="en-US" sz="2300" spc="-1" strike="noStrike">
                <a:solidFill>
                  <a:srgbClr val="292934"/>
                </a:solidFill>
                <a:latin typeface="Arial"/>
              </a:rPr>
              <a:t>cd ../games</a:t>
            </a:r>
            <a:endParaRPr b="0" lang="en-US" sz="2300" spc="-1" strike="noStrike">
              <a:latin typeface="Arial"/>
            </a:endParaRPr>
          </a:p>
        </p:txBody>
      </p:sp>
      <p:sp>
        <p:nvSpPr>
          <p:cNvPr id="200" name="Rectangle 4"/>
          <p:cNvSpPr/>
          <p:nvPr/>
        </p:nvSpPr>
        <p:spPr>
          <a:xfrm>
            <a:off x="5421960" y="1668960"/>
            <a:ext cx="3656880" cy="3655800"/>
          </a:xfrm>
          <a:prstGeom prst="rect">
            <a:avLst/>
          </a:prstGeom>
          <a:solidFill>
            <a:schemeClr val="accent5">
              <a:lumMod val="20000"/>
              <a:lumOff val="80000"/>
            </a:schemeClr>
          </a:solidFill>
          <a:ln w="0">
            <a:noFill/>
          </a:ln>
        </p:spPr>
        <p:style>
          <a:lnRef idx="0"/>
          <a:fillRef idx="0"/>
          <a:effectRef idx="0"/>
          <a:fontRef idx="minor"/>
        </p:style>
        <p:txBody>
          <a:bodyPr lIns="90000" rIns="90000" tIns="45000" bIns="45000" anchor="t">
            <a:spAutoFit/>
          </a:bodyPr>
          <a:p>
            <a:pPr>
              <a:lnSpc>
                <a:spcPct val="100000"/>
              </a:lnSpc>
              <a:buNone/>
            </a:pPr>
            <a:r>
              <a:rPr b="1" i="1" lang="en-US" sz="1800" spc="-1" strike="noStrike" u="sng">
                <a:solidFill>
                  <a:srgbClr val="292934"/>
                </a:solidFill>
                <a:uFillTx/>
                <a:latin typeface="Arial"/>
                <a:ea typeface="DejaVu Sans"/>
              </a:rPr>
              <a:t>Absolute and Relative Paths</a:t>
            </a:r>
            <a:endParaRPr b="0" lang="en-US" sz="1800" spc="-1" strike="noStrike">
              <a:latin typeface="Arial"/>
            </a:endParaRPr>
          </a:p>
          <a:p>
            <a:pPr marL="457200">
              <a:lnSpc>
                <a:spcPct val="100000"/>
              </a:lnSpc>
              <a:buNone/>
            </a:pPr>
            <a:r>
              <a:rPr b="1" lang="en-US" sz="1800" spc="-1" strike="noStrike">
                <a:solidFill>
                  <a:srgbClr val="292934"/>
                </a:solidFill>
                <a:latin typeface="Arial"/>
                <a:ea typeface="DejaVu Sans"/>
              </a:rPr>
              <a:t>Absolute paths </a:t>
            </a:r>
            <a:r>
              <a:rPr b="0" lang="en-US" sz="1800" spc="-1" strike="noStrike">
                <a:solidFill>
                  <a:srgbClr val="292934"/>
                </a:solidFill>
                <a:latin typeface="Arial"/>
                <a:ea typeface="DejaVu Sans"/>
              </a:rPr>
              <a:t>specify a location (file or directory) in </a:t>
            </a:r>
            <a:r>
              <a:rPr b="0" lang="en-US" sz="1800" spc="-1" strike="noStrike">
                <a:solidFill>
                  <a:srgbClr val="0070c0"/>
                </a:solidFill>
                <a:latin typeface="Arial"/>
                <a:ea typeface="DejaVu Sans"/>
              </a:rPr>
              <a:t>relation to the root directory</a:t>
            </a:r>
            <a:r>
              <a:rPr b="0" lang="en-US" sz="1800" spc="-1" strike="noStrike">
                <a:solidFill>
                  <a:srgbClr val="292934"/>
                </a:solidFill>
                <a:latin typeface="Arial"/>
                <a:ea typeface="DejaVu Sans"/>
              </a:rPr>
              <a:t>, always begin with a forward slash ( </a:t>
            </a:r>
            <a:r>
              <a:rPr b="1" lang="en-US" sz="1800" spc="-1" strike="noStrike">
                <a:solidFill>
                  <a:srgbClr val="0070c0"/>
                </a:solidFill>
                <a:latin typeface="Arial"/>
                <a:ea typeface="DejaVu Sans"/>
              </a:rPr>
              <a:t>/</a:t>
            </a:r>
            <a:r>
              <a:rPr b="0" lang="en-US" sz="1800" spc="-1" strike="noStrike">
                <a:solidFill>
                  <a:srgbClr val="0070c0"/>
                </a:solidFill>
                <a:latin typeface="Arial"/>
                <a:ea typeface="DejaVu Sans"/>
              </a:rPr>
              <a:t> </a:t>
            </a:r>
            <a:r>
              <a:rPr b="0" lang="en-US" sz="1800" spc="-1" strike="noStrike">
                <a:solidFill>
                  <a:srgbClr val="292934"/>
                </a:solidFill>
                <a:latin typeface="Arial"/>
                <a:ea typeface="DejaVu Sans"/>
              </a:rPr>
              <a:t>)</a:t>
            </a:r>
            <a:endParaRPr b="0" lang="en-US" sz="1800" spc="-1" strike="noStrike">
              <a:latin typeface="Arial"/>
            </a:endParaRPr>
          </a:p>
          <a:p>
            <a:pPr marL="274320">
              <a:lnSpc>
                <a:spcPct val="100000"/>
              </a:lnSpc>
              <a:buNone/>
              <a:tabLst>
                <a:tab algn="l" pos="0"/>
              </a:tabLst>
            </a:pPr>
            <a:r>
              <a:rPr b="0" lang="en-US" sz="1800" spc="-1" strike="noStrike">
                <a:solidFill>
                  <a:srgbClr val="292934"/>
                </a:solidFill>
                <a:latin typeface="Arial"/>
                <a:ea typeface="DejaVu Sans"/>
              </a:rPr>
              <a:t>	</a:t>
            </a:r>
            <a:r>
              <a:rPr b="0" lang="en-US" sz="1800" spc="-1" strike="noStrike">
                <a:solidFill>
                  <a:srgbClr val="292934"/>
                </a:solidFill>
                <a:latin typeface="Arial"/>
                <a:ea typeface="DejaVu Sans"/>
              </a:rPr>
              <a:t>e.g.  /home/ryan</a:t>
            </a:r>
            <a:endParaRPr b="0" lang="en-US" sz="1800" spc="-1" strike="noStrike">
              <a:latin typeface="Arial"/>
            </a:endParaRPr>
          </a:p>
          <a:p>
            <a:pPr marL="457200">
              <a:lnSpc>
                <a:spcPct val="100000"/>
              </a:lnSpc>
              <a:buNone/>
              <a:tabLst>
                <a:tab algn="l" pos="0"/>
              </a:tabLst>
            </a:pPr>
            <a:r>
              <a:rPr b="1" lang="en-US" sz="1800" spc="-1" strike="noStrike">
                <a:solidFill>
                  <a:srgbClr val="292934"/>
                </a:solidFill>
                <a:latin typeface="Arial"/>
                <a:ea typeface="DejaVu Sans"/>
              </a:rPr>
              <a:t>Relative paths</a:t>
            </a:r>
            <a:r>
              <a:rPr b="0" lang="en-US" sz="1800" spc="-1" strike="noStrike">
                <a:solidFill>
                  <a:srgbClr val="292934"/>
                </a:solidFill>
                <a:latin typeface="Arial"/>
                <a:ea typeface="DejaVu Sans"/>
              </a:rPr>
              <a:t> specify a location (file or directory) in </a:t>
            </a:r>
            <a:r>
              <a:rPr b="0" lang="en-US" sz="1800" spc="-1" strike="noStrike">
                <a:solidFill>
                  <a:srgbClr val="0070c0"/>
                </a:solidFill>
                <a:latin typeface="Arial"/>
                <a:ea typeface="DejaVu Sans"/>
              </a:rPr>
              <a:t>relation to where we currently are </a:t>
            </a:r>
            <a:r>
              <a:rPr b="0" lang="en-US" sz="1800" spc="-1" strike="noStrike">
                <a:solidFill>
                  <a:srgbClr val="292934"/>
                </a:solidFill>
                <a:latin typeface="Arial"/>
                <a:ea typeface="DejaVu Sans"/>
              </a:rPr>
              <a:t>in the system, not begin with a slash.</a:t>
            </a:r>
            <a:endParaRPr b="0" lang="en-US" sz="1800" spc="-1" strike="noStrike">
              <a:latin typeface="Arial"/>
            </a:endParaRPr>
          </a:p>
          <a:p>
            <a:pPr marL="548640">
              <a:lnSpc>
                <a:spcPct val="100000"/>
              </a:lnSpc>
              <a:buNone/>
              <a:tabLst>
                <a:tab algn="l" pos="0"/>
              </a:tabLst>
            </a:pPr>
            <a:r>
              <a:rPr b="0" lang="en-US" sz="1800" spc="-1" strike="noStrike">
                <a:solidFill>
                  <a:srgbClr val="292934"/>
                </a:solidFill>
                <a:latin typeface="Arial"/>
                <a:ea typeface="DejaVu Sans"/>
              </a:rPr>
              <a:t>	</a:t>
            </a:r>
            <a:r>
              <a:rPr b="0" lang="en-US" sz="1800" spc="-1" strike="noStrike">
                <a:solidFill>
                  <a:srgbClr val="292934"/>
                </a:solidFill>
                <a:latin typeface="Arial"/>
                <a:ea typeface="DejaVu Sans"/>
              </a:rPr>
              <a:t>e.g.  Documents</a:t>
            </a:r>
            <a:endParaRPr b="0" lang="en-US" sz="1800" spc="-1" strike="noStrike">
              <a:latin typeface="Arial"/>
            </a:endParaRPr>
          </a:p>
        </p:txBody>
      </p:sp>
      <p:sp>
        <p:nvSpPr>
          <p:cNvPr id="4" name="PlaceHolder 3"/>
          <p:cNvSpPr>
            <a:spLocks noGrp="1"/>
          </p:cNvSpPr>
          <p:nvPr>
            <p:ph type="sldNum" idx="5"/>
          </p:nvPr>
        </p:nvSpPr>
        <p:spPr/>
        <p:txBody>
          <a:bodyPr/>
          <a:p>
            <a:fld id="{3E78640F-E8A1-4978-BB06-46DF43B75867}" type="slidenum">
              <a:t>18</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Linux Terminal</a:t>
            </a:r>
            <a:endParaRPr b="0" lang="en-US" sz="4000" spc="-1" strike="noStrike">
              <a:latin typeface="Arial"/>
            </a:endParaRPr>
          </a:p>
        </p:txBody>
      </p:sp>
      <p:sp>
        <p:nvSpPr>
          <p:cNvPr id="202" name="PlaceHolder 2"/>
          <p:cNvSpPr>
            <a:spLocks noGrp="1"/>
          </p:cNvSpPr>
          <p:nvPr>
            <p:ph/>
          </p:nvPr>
        </p:nvSpPr>
        <p:spPr>
          <a:xfrm>
            <a:off x="457200" y="1600200"/>
            <a:ext cx="8228880" cy="4876200"/>
          </a:xfrm>
          <a:prstGeom prst="rect">
            <a:avLst/>
          </a:prstGeom>
          <a:noFill/>
          <a:ln w="0">
            <a:noFill/>
          </a:ln>
        </p:spPr>
        <p:txBody>
          <a:bodyPr lIns="90000" rIns="90000" tIns="45000" bIns="45000" anchor="t">
            <a:normAutofit fontScale="98000"/>
          </a:bodyPr>
          <a:p>
            <a:pPr marL="182880" indent="-182880">
              <a:lnSpc>
                <a:spcPct val="100000"/>
              </a:lnSpc>
              <a:spcBef>
                <a:spcPts val="479"/>
              </a:spcBef>
              <a:buClr>
                <a:srgbClr val="93a299"/>
              </a:buClr>
              <a:buSzPct val="85000"/>
              <a:buFont typeface="Arial"/>
              <a:buChar char="•"/>
            </a:pPr>
            <a:r>
              <a:rPr b="1" lang="en-US" sz="2400" spc="-1" strike="noStrike">
                <a:solidFill>
                  <a:srgbClr val="0070c0"/>
                </a:solidFill>
                <a:latin typeface="Arial"/>
              </a:rPr>
              <a:t>man &lt;command&gt; </a:t>
            </a:r>
            <a:r>
              <a:rPr b="0" lang="en-US" sz="2400" spc="-1" strike="noStrike">
                <a:solidFill>
                  <a:srgbClr val="292934"/>
                </a:solidFill>
                <a:latin typeface="Arial"/>
              </a:rPr>
              <a:t>- Look up the manual page for a particular command.</a:t>
            </a: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1" lang="en-US" sz="2400" spc="-1" strike="noStrike">
                <a:solidFill>
                  <a:srgbClr val="0070c0"/>
                </a:solidFill>
                <a:latin typeface="Arial"/>
              </a:rPr>
              <a:t>mkdir [options] &lt;Directory&gt; </a:t>
            </a:r>
            <a:r>
              <a:rPr b="0" lang="en-US" sz="2400" spc="-1" strike="noStrike">
                <a:solidFill>
                  <a:srgbClr val="292934"/>
                </a:solidFill>
                <a:latin typeface="Arial"/>
              </a:rPr>
              <a:t>- Create a new folder</a:t>
            </a:r>
            <a:endParaRPr b="0" lang="en-US" sz="2400" spc="-1" strike="noStrike">
              <a:latin typeface="Arial"/>
            </a:endParaRPr>
          </a:p>
          <a:p>
            <a:pPr>
              <a:lnSpc>
                <a:spcPct val="100000"/>
              </a:lnSpc>
              <a:spcBef>
                <a:spcPts val="479"/>
              </a:spcBef>
              <a:buNone/>
              <a:tabLst>
                <a:tab algn="l" pos="0"/>
              </a:tabLst>
            </a:pPr>
            <a:r>
              <a:rPr b="0" lang="en-US" sz="2400" spc="-1" strike="noStrike">
                <a:solidFill>
                  <a:srgbClr val="292934"/>
                </a:solidFill>
                <a:latin typeface="Arial"/>
              </a:rPr>
              <a:t>   </a:t>
            </a:r>
            <a:r>
              <a:rPr b="0" lang="en-US" sz="2400" spc="-1" strike="noStrike">
                <a:solidFill>
                  <a:srgbClr val="292934"/>
                </a:solidFill>
                <a:latin typeface="Arial"/>
              </a:rPr>
              <a:t>	</a:t>
            </a:r>
            <a:r>
              <a:rPr b="0" lang="en-US" sz="2400" spc="-1" strike="noStrike">
                <a:solidFill>
                  <a:srgbClr val="292934"/>
                </a:solidFill>
                <a:latin typeface="Arial"/>
              </a:rPr>
              <a:t>e.g.  mkdir chuyende</a:t>
            </a:r>
            <a:endParaRPr b="0" lang="en-US" sz="24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1" lang="en-US" sz="2400" spc="-1" strike="noStrike">
                <a:solidFill>
                  <a:srgbClr val="0070c0"/>
                </a:solidFill>
                <a:latin typeface="Arial"/>
              </a:rPr>
              <a:t>rmdir [options] &lt;Directory&gt;</a:t>
            </a:r>
            <a:r>
              <a:rPr b="1" lang="en-US" sz="2400" spc="-1" strike="noStrike">
                <a:solidFill>
                  <a:srgbClr val="292934"/>
                </a:solidFill>
                <a:latin typeface="Arial"/>
              </a:rPr>
              <a:t> </a:t>
            </a:r>
            <a:r>
              <a:rPr b="0" lang="en-US" sz="2400" spc="-1" strike="noStrike">
                <a:solidFill>
                  <a:srgbClr val="292934"/>
                </a:solidFill>
                <a:latin typeface="Arial"/>
              </a:rPr>
              <a:t>- Remove a folder</a:t>
            </a:r>
            <a:endParaRPr b="0" lang="en-US" sz="24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1" lang="en-US" sz="2400" spc="-1" strike="noStrike">
                <a:solidFill>
                  <a:srgbClr val="0070c0"/>
                </a:solidFill>
                <a:latin typeface="Arial"/>
              </a:rPr>
              <a:t>touch [options] &lt;filename&gt; </a:t>
            </a:r>
            <a:r>
              <a:rPr b="0" lang="en-US" sz="2400" spc="-1" strike="noStrike">
                <a:solidFill>
                  <a:srgbClr val="292934"/>
                </a:solidFill>
                <a:latin typeface="Arial"/>
              </a:rPr>
              <a:t>- Create a blank file</a:t>
            </a:r>
            <a:endParaRPr b="0" lang="en-US" sz="24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1" lang="en-US" sz="2400" spc="-1" strike="noStrike">
                <a:solidFill>
                  <a:srgbClr val="0070c0"/>
                </a:solidFill>
                <a:latin typeface="Arial"/>
              </a:rPr>
              <a:t>cp [options] &lt;source&gt; &lt;destination&gt; </a:t>
            </a:r>
            <a:r>
              <a:rPr b="0" lang="en-US" sz="2400" spc="-1" strike="noStrike">
                <a:solidFill>
                  <a:srgbClr val="292934"/>
                </a:solidFill>
                <a:latin typeface="Arial"/>
              </a:rPr>
              <a:t>- copy a file or folder</a:t>
            </a:r>
            <a:endParaRPr b="0" lang="en-US" sz="24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1" lang="en-US" sz="2400" spc="-1" strike="noStrike">
                <a:solidFill>
                  <a:srgbClr val="0070c0"/>
                </a:solidFill>
                <a:latin typeface="Arial"/>
              </a:rPr>
              <a:t>mv [options] &lt;source&gt; &lt;destination&gt; </a:t>
            </a:r>
            <a:r>
              <a:rPr b="0" lang="en-US" sz="2400" spc="-1" strike="noStrike">
                <a:solidFill>
                  <a:srgbClr val="292934"/>
                </a:solidFill>
                <a:latin typeface="Arial"/>
              </a:rPr>
              <a:t>- move a file or folder</a:t>
            </a:r>
            <a:endParaRPr b="0" lang="en-US" sz="24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1" lang="en-US" sz="2400" spc="-1" strike="noStrike">
                <a:solidFill>
                  <a:srgbClr val="0070c0"/>
                </a:solidFill>
                <a:latin typeface="Arial"/>
              </a:rPr>
              <a:t>rm [options] &lt;file&gt; </a:t>
            </a:r>
            <a:r>
              <a:rPr b="0" lang="en-US" sz="2400" spc="-1" strike="noStrike">
                <a:solidFill>
                  <a:srgbClr val="292934"/>
                </a:solidFill>
                <a:latin typeface="Arial"/>
              </a:rPr>
              <a:t>- remove a file </a:t>
            </a:r>
            <a:endParaRPr b="0" lang="en-US" sz="24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1" lang="en-US" sz="2400" spc="-1" strike="noStrike">
                <a:solidFill>
                  <a:srgbClr val="0070c0"/>
                </a:solidFill>
                <a:latin typeface="Arial"/>
              </a:rPr>
              <a:t>gedit &lt;file&gt; </a:t>
            </a:r>
            <a:r>
              <a:rPr b="0" lang="en-US" sz="2400" spc="-1" strike="noStrike">
                <a:solidFill>
                  <a:srgbClr val="292934"/>
                </a:solidFill>
                <a:latin typeface="Arial"/>
              </a:rPr>
              <a:t>- open Text Editor to edit file</a:t>
            </a:r>
            <a:endParaRPr b="0" lang="en-US" sz="2400" spc="-1" strike="noStrike">
              <a:latin typeface="Arial"/>
            </a:endParaRPr>
          </a:p>
          <a:p>
            <a:pPr>
              <a:lnSpc>
                <a:spcPct val="100000"/>
              </a:lnSpc>
              <a:spcBef>
                <a:spcPts val="479"/>
              </a:spcBef>
              <a:buNone/>
              <a:tabLst>
                <a:tab algn="l" pos="0"/>
              </a:tabLst>
            </a:pPr>
            <a:endParaRPr b="0" lang="en-US" sz="2400" spc="-1" strike="noStrike">
              <a:latin typeface="Arial"/>
            </a:endParaRPr>
          </a:p>
        </p:txBody>
      </p:sp>
      <p:sp>
        <p:nvSpPr>
          <p:cNvPr id="4" name="PlaceHolder 3"/>
          <p:cNvSpPr>
            <a:spLocks noGrp="1"/>
          </p:cNvSpPr>
          <p:nvPr>
            <p:ph type="sldNum" idx="5"/>
          </p:nvPr>
        </p:nvSpPr>
        <p:spPr/>
        <p:txBody>
          <a:bodyPr/>
          <a:p>
            <a:fld id="{3511454E-188F-4F44-B290-0ECCD237F721}" type="slidenum">
              <a:t>19</a:t>
            </a:fld>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Linux Terminal</a:t>
            </a:r>
            <a:endParaRPr b="0" lang="en-US" sz="4000" spc="-1" strike="noStrike">
              <a:latin typeface="Arial"/>
            </a:endParaRPr>
          </a:p>
        </p:txBody>
      </p:sp>
      <p:sp>
        <p:nvSpPr>
          <p:cNvPr id="204" name="PlaceHolder 2"/>
          <p:cNvSpPr>
            <a:spLocks noGrp="1"/>
          </p:cNvSpPr>
          <p:nvPr>
            <p:ph/>
          </p:nvPr>
        </p:nvSpPr>
        <p:spPr>
          <a:xfrm>
            <a:off x="457200" y="1600200"/>
            <a:ext cx="8228880" cy="4876200"/>
          </a:xfrm>
          <a:prstGeom prst="rect">
            <a:avLst/>
          </a:prstGeom>
          <a:noFill/>
          <a:ln w="0">
            <a:noFill/>
          </a:ln>
        </p:spPr>
        <p:txBody>
          <a:bodyPr lIns="90000" rIns="90000" tIns="45000" bIns="45000" anchor="t">
            <a:noAutofit/>
          </a:bodyPr>
          <a:p>
            <a:pPr>
              <a:lnSpc>
                <a:spcPct val="100000"/>
              </a:lnSpc>
              <a:spcBef>
                <a:spcPts val="479"/>
              </a:spcBef>
              <a:buNone/>
              <a:tabLst>
                <a:tab algn="l" pos="0"/>
              </a:tabLst>
            </a:pPr>
            <a:r>
              <a:rPr b="1" lang="en-US" sz="2400" spc="-1" strike="noStrike">
                <a:solidFill>
                  <a:srgbClr val="292934"/>
                </a:solidFill>
                <a:latin typeface="Arial"/>
              </a:rPr>
              <a:t>Permission</a:t>
            </a:r>
            <a:r>
              <a:rPr b="0" lang="en-US" sz="2400" spc="-1" strike="noStrike">
                <a:solidFill>
                  <a:srgbClr val="292934"/>
                </a:solidFill>
                <a:latin typeface="Arial"/>
              </a:rPr>
              <a:t>: specify what a particular person may or may </a:t>
            </a:r>
            <a:r>
              <a:rPr b="0" lang="en-US" sz="2400" spc="-1" strike="noStrike">
                <a:solidFill>
                  <a:srgbClr val="292934"/>
                </a:solidFill>
                <a:latin typeface="Arial"/>
              </a:rPr>
              <a:t>not do with respect to a file or directory</a:t>
            </a:r>
            <a:endParaRPr b="0" lang="en-US" sz="2400" spc="-1" strike="noStrike">
              <a:latin typeface="Arial"/>
            </a:endParaRPr>
          </a:p>
          <a:p>
            <a:pPr>
              <a:lnSpc>
                <a:spcPct val="100000"/>
              </a:lnSpc>
              <a:spcBef>
                <a:spcPts val="479"/>
              </a:spcBef>
              <a:buNone/>
              <a:tabLst>
                <a:tab algn="l" pos="0"/>
              </a:tabLst>
            </a:pPr>
            <a:endParaRPr b="0" lang="en-US" sz="2400" spc="-1" strike="noStrike">
              <a:latin typeface="Arial"/>
            </a:endParaRPr>
          </a:p>
          <a:p>
            <a:pPr>
              <a:lnSpc>
                <a:spcPct val="100000"/>
              </a:lnSpc>
              <a:spcBef>
                <a:spcPts val="479"/>
              </a:spcBef>
              <a:buNone/>
              <a:tabLst>
                <a:tab algn="l" pos="0"/>
              </a:tabLst>
            </a:pPr>
            <a:endParaRPr b="0" lang="en-US" sz="2400" spc="-1" strike="noStrike">
              <a:latin typeface="Arial"/>
            </a:endParaRPr>
          </a:p>
          <a:p>
            <a:pPr>
              <a:lnSpc>
                <a:spcPct val="100000"/>
              </a:lnSpc>
              <a:buNone/>
              <a:tabLst>
                <a:tab algn="l" pos="0"/>
              </a:tabLst>
            </a:pPr>
            <a:endParaRPr b="0" lang="en-US" sz="2000" spc="-1" strike="noStrike">
              <a:latin typeface="Arial"/>
            </a:endParaRPr>
          </a:p>
          <a:p>
            <a:pPr>
              <a:lnSpc>
                <a:spcPct val="100000"/>
              </a:lnSpc>
              <a:buNone/>
              <a:tabLst>
                <a:tab algn="l" pos="0"/>
              </a:tabLst>
            </a:pPr>
            <a:endParaRPr b="0" lang="en-US" sz="2000" spc="-1" strike="noStrike">
              <a:latin typeface="Arial"/>
            </a:endParaRPr>
          </a:p>
          <a:p>
            <a:pPr lvl="1" marL="457200" indent="-182880">
              <a:lnSpc>
                <a:spcPct val="100000"/>
              </a:lnSpc>
              <a:spcBef>
                <a:spcPts val="400"/>
              </a:spcBef>
              <a:buClr>
                <a:srgbClr val="93a299"/>
              </a:buClr>
              <a:buSzPct val="85000"/>
              <a:buFont typeface="Arial"/>
              <a:buChar char="•"/>
              <a:tabLst>
                <a:tab algn="l" pos="0"/>
              </a:tabLst>
            </a:pPr>
            <a:r>
              <a:rPr b="1" lang="en-US" sz="2000" spc="-1" strike="noStrike">
                <a:solidFill>
                  <a:srgbClr val="292934"/>
                </a:solidFill>
                <a:latin typeface="Arial"/>
              </a:rPr>
              <a:t>r</a:t>
            </a:r>
            <a:r>
              <a:rPr b="0" lang="en-US" sz="2000" spc="-1" strike="noStrike">
                <a:solidFill>
                  <a:srgbClr val="292934"/>
                </a:solidFill>
                <a:latin typeface="Arial"/>
              </a:rPr>
              <a:t> read - you may view the contents of the file.</a:t>
            </a:r>
            <a:endParaRPr b="0" lang="en-US" sz="2000" spc="-1" strike="noStrike">
              <a:latin typeface="Arial"/>
            </a:endParaRPr>
          </a:p>
          <a:p>
            <a:pPr lvl="1" marL="457200" indent="-182880">
              <a:lnSpc>
                <a:spcPct val="100000"/>
              </a:lnSpc>
              <a:spcBef>
                <a:spcPts val="400"/>
              </a:spcBef>
              <a:buClr>
                <a:srgbClr val="93a299"/>
              </a:buClr>
              <a:buSzPct val="85000"/>
              <a:buFont typeface="Arial"/>
              <a:buChar char="•"/>
              <a:tabLst>
                <a:tab algn="l" pos="0"/>
              </a:tabLst>
            </a:pPr>
            <a:r>
              <a:rPr b="1" lang="en-US" sz="2000" spc="-1" strike="noStrike">
                <a:solidFill>
                  <a:srgbClr val="292934"/>
                </a:solidFill>
                <a:latin typeface="Arial"/>
              </a:rPr>
              <a:t>w</a:t>
            </a:r>
            <a:r>
              <a:rPr b="0" lang="en-US" sz="2000" spc="-1" strike="noStrike">
                <a:solidFill>
                  <a:srgbClr val="292934"/>
                </a:solidFill>
                <a:latin typeface="Arial"/>
              </a:rPr>
              <a:t> write - you may change the contents of the file.</a:t>
            </a:r>
            <a:endParaRPr b="0" lang="en-US" sz="2000" spc="-1" strike="noStrike">
              <a:latin typeface="Arial"/>
            </a:endParaRPr>
          </a:p>
          <a:p>
            <a:pPr lvl="1" marL="457200" indent="-182880">
              <a:lnSpc>
                <a:spcPct val="100000"/>
              </a:lnSpc>
              <a:spcBef>
                <a:spcPts val="400"/>
              </a:spcBef>
              <a:buClr>
                <a:srgbClr val="93a299"/>
              </a:buClr>
              <a:buSzPct val="85000"/>
              <a:buFont typeface="Arial"/>
              <a:buChar char="•"/>
              <a:tabLst>
                <a:tab algn="l" pos="0"/>
              </a:tabLst>
            </a:pPr>
            <a:r>
              <a:rPr b="1" lang="en-US" sz="2000" spc="-1" strike="noStrike">
                <a:solidFill>
                  <a:srgbClr val="292934"/>
                </a:solidFill>
                <a:latin typeface="Arial"/>
              </a:rPr>
              <a:t>x</a:t>
            </a:r>
            <a:r>
              <a:rPr b="0" lang="en-US" sz="2000" spc="-1" strike="noStrike">
                <a:solidFill>
                  <a:srgbClr val="292934"/>
                </a:solidFill>
                <a:latin typeface="Arial"/>
              </a:rPr>
              <a:t> execute - you may execute or run the file if it is a program or </a:t>
            </a:r>
            <a:r>
              <a:rPr b="0" lang="en-US" sz="2000" spc="-1" strike="noStrike">
                <a:solidFill>
                  <a:srgbClr val="292934"/>
                </a:solidFill>
                <a:latin typeface="Arial"/>
              </a:rPr>
              <a:t>script.</a:t>
            </a:r>
            <a:endParaRPr b="0" lang="en-US" sz="20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0" lang="en-US" sz="2400" spc="-1" strike="noStrike">
                <a:solidFill>
                  <a:srgbClr val="0070c0"/>
                </a:solidFill>
                <a:latin typeface="Arial"/>
              </a:rPr>
              <a:t>chmod [permissions] [path]</a:t>
            </a:r>
            <a:r>
              <a:rPr b="0" lang="en-US" sz="2400" spc="-1" strike="noStrike">
                <a:solidFill>
                  <a:srgbClr val="292934"/>
                </a:solidFill>
                <a:latin typeface="Arial"/>
              </a:rPr>
              <a:t> -  change permissions on a </a:t>
            </a:r>
            <a:r>
              <a:rPr b="0" lang="en-US" sz="2400" spc="-1" strike="noStrike">
                <a:solidFill>
                  <a:srgbClr val="292934"/>
                </a:solidFill>
                <a:latin typeface="Arial"/>
              </a:rPr>
              <a:t>file or directory </a:t>
            </a:r>
            <a:endParaRPr b="0" lang="en-US" sz="2400" spc="-1" strike="noStrike">
              <a:latin typeface="Arial"/>
            </a:endParaRPr>
          </a:p>
          <a:p>
            <a:pPr marL="274320">
              <a:lnSpc>
                <a:spcPct val="100000"/>
              </a:lnSpc>
              <a:spcBef>
                <a:spcPts val="400"/>
              </a:spcBef>
              <a:buNone/>
              <a:tabLst>
                <a:tab algn="l" pos="0"/>
              </a:tabLst>
            </a:pPr>
            <a:endParaRPr b="0" lang="en-US" sz="2000" spc="-1" strike="noStrike">
              <a:latin typeface="Arial"/>
            </a:endParaRPr>
          </a:p>
        </p:txBody>
      </p:sp>
      <p:pic>
        <p:nvPicPr>
          <p:cNvPr id="205" name="Picture 4" descr=""/>
          <p:cNvPicPr/>
          <p:nvPr/>
        </p:nvPicPr>
        <p:blipFill>
          <a:blip r:embed="rId1"/>
          <a:stretch/>
        </p:blipFill>
        <p:spPr>
          <a:xfrm>
            <a:off x="1285920" y="2489400"/>
            <a:ext cx="6409440" cy="685080"/>
          </a:xfrm>
          <a:prstGeom prst="rect">
            <a:avLst/>
          </a:prstGeom>
          <a:ln w="0">
            <a:noFill/>
          </a:ln>
        </p:spPr>
      </p:pic>
      <p:sp>
        <p:nvSpPr>
          <p:cNvPr id="206" name="Rectangle 5"/>
          <p:cNvSpPr/>
          <p:nvPr/>
        </p:nvSpPr>
        <p:spPr>
          <a:xfrm>
            <a:off x="1352880" y="2832120"/>
            <a:ext cx="90720" cy="34236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sp>
      <p:sp>
        <p:nvSpPr>
          <p:cNvPr id="207" name="Rectangle 6"/>
          <p:cNvSpPr/>
          <p:nvPr/>
        </p:nvSpPr>
        <p:spPr>
          <a:xfrm>
            <a:off x="1465920" y="2828520"/>
            <a:ext cx="357480" cy="342360"/>
          </a:xfrm>
          <a:prstGeom prst="rect">
            <a:avLst/>
          </a:prstGeom>
          <a:noFill/>
          <a:ln>
            <a:solidFill>
              <a:srgbClr val="0070c0"/>
            </a:solidFill>
            <a:round/>
          </a:ln>
        </p:spPr>
        <p:style>
          <a:lnRef idx="2">
            <a:schemeClr val="accent1">
              <a:shade val="50000"/>
            </a:schemeClr>
          </a:lnRef>
          <a:fillRef idx="1">
            <a:schemeClr val="accent1"/>
          </a:fillRef>
          <a:effectRef idx="0">
            <a:schemeClr val="accent1"/>
          </a:effectRef>
          <a:fontRef idx="minor"/>
        </p:style>
      </p:sp>
      <p:sp>
        <p:nvSpPr>
          <p:cNvPr id="208" name="Rectangle 7"/>
          <p:cNvSpPr/>
          <p:nvPr/>
        </p:nvSpPr>
        <p:spPr>
          <a:xfrm>
            <a:off x="1839240" y="2828520"/>
            <a:ext cx="357480" cy="342360"/>
          </a:xfrm>
          <a:prstGeom prst="rect">
            <a:avLst/>
          </a:prstGeom>
          <a:noFill/>
          <a:ln>
            <a:solidFill>
              <a:srgbClr val="00b050"/>
            </a:solidFill>
            <a:round/>
          </a:ln>
        </p:spPr>
        <p:style>
          <a:lnRef idx="2">
            <a:schemeClr val="accent1">
              <a:shade val="50000"/>
            </a:schemeClr>
          </a:lnRef>
          <a:fillRef idx="1">
            <a:schemeClr val="accent1"/>
          </a:fillRef>
          <a:effectRef idx="0">
            <a:schemeClr val="accent1"/>
          </a:effectRef>
          <a:fontRef idx="minor"/>
        </p:style>
      </p:sp>
      <p:sp>
        <p:nvSpPr>
          <p:cNvPr id="209" name="Rectangle 8"/>
          <p:cNvSpPr/>
          <p:nvPr/>
        </p:nvSpPr>
        <p:spPr>
          <a:xfrm>
            <a:off x="2220120" y="2828520"/>
            <a:ext cx="357480" cy="342360"/>
          </a:xfrm>
          <a:prstGeom prst="rect">
            <a:avLst/>
          </a:prstGeom>
          <a:noFill/>
          <a:ln>
            <a:solidFill>
              <a:srgbClr val="ffc000"/>
            </a:solidFill>
            <a:round/>
          </a:ln>
        </p:spPr>
        <p:style>
          <a:lnRef idx="2">
            <a:schemeClr val="accent1">
              <a:shade val="50000"/>
            </a:schemeClr>
          </a:lnRef>
          <a:fillRef idx="1">
            <a:schemeClr val="accent1"/>
          </a:fillRef>
          <a:effectRef idx="0">
            <a:schemeClr val="accent1"/>
          </a:effectRef>
          <a:fontRef idx="minor"/>
        </p:style>
      </p:sp>
      <p:sp>
        <p:nvSpPr>
          <p:cNvPr id="210" name="Rectangle 9"/>
          <p:cNvSpPr/>
          <p:nvPr/>
        </p:nvSpPr>
        <p:spPr>
          <a:xfrm>
            <a:off x="872280" y="3315960"/>
            <a:ext cx="1082880" cy="638280"/>
          </a:xfrm>
          <a:prstGeom prst="rect">
            <a:avLst/>
          </a:prstGeom>
          <a:noFill/>
          <a:ln w="28575">
            <a:solidFill>
              <a:srgbClr val="ff0000"/>
            </a:solidFill>
            <a:round/>
          </a:ln>
        </p:spPr>
        <p:style>
          <a:lnRef idx="0"/>
          <a:fillRef idx="0"/>
          <a:effectRef idx="0"/>
          <a:fontRef idx="minor"/>
        </p:style>
        <p:txBody>
          <a:bodyPr wrap="none" lIns="90000" rIns="90000" tIns="45000" bIns="45000" anchor="t">
            <a:spAutoFit/>
          </a:bodyPr>
          <a:p>
            <a:pPr>
              <a:lnSpc>
                <a:spcPct val="100000"/>
              </a:lnSpc>
              <a:buNone/>
            </a:pPr>
            <a:r>
              <a:rPr b="1" lang="en-US" sz="1800" spc="-1" strike="noStrike">
                <a:solidFill>
                  <a:srgbClr val="292934"/>
                </a:solidFill>
                <a:latin typeface="Arial"/>
                <a:ea typeface="DejaVu Sans"/>
              </a:rPr>
              <a:t>-</a:t>
            </a:r>
            <a:r>
              <a:rPr b="0" lang="en-US" sz="1800" spc="-1" strike="noStrike">
                <a:solidFill>
                  <a:srgbClr val="292934"/>
                </a:solidFill>
                <a:latin typeface="Arial"/>
                <a:ea typeface="DejaVu Sans"/>
              </a:rPr>
              <a:t>  : file</a:t>
            </a:r>
            <a:endParaRPr b="0" lang="en-US" sz="1800" spc="-1" strike="noStrike">
              <a:latin typeface="Arial"/>
            </a:endParaRPr>
          </a:p>
          <a:p>
            <a:pPr>
              <a:lnSpc>
                <a:spcPct val="100000"/>
              </a:lnSpc>
              <a:buNone/>
            </a:pPr>
            <a:r>
              <a:rPr b="1" lang="en-US" sz="1800" spc="-1" strike="noStrike">
                <a:solidFill>
                  <a:srgbClr val="292934"/>
                </a:solidFill>
                <a:latin typeface="Arial"/>
                <a:ea typeface="DejaVu Sans"/>
              </a:rPr>
              <a:t>d</a:t>
            </a:r>
            <a:r>
              <a:rPr b="0" lang="en-US" sz="1800" spc="-1" strike="noStrike">
                <a:solidFill>
                  <a:srgbClr val="292934"/>
                </a:solidFill>
                <a:latin typeface="Arial"/>
                <a:ea typeface="DejaVu Sans"/>
              </a:rPr>
              <a:t> : folder</a:t>
            </a:r>
            <a:endParaRPr b="0" lang="en-US" sz="1800" spc="-1" strike="noStrike">
              <a:latin typeface="Arial"/>
            </a:endParaRPr>
          </a:p>
        </p:txBody>
      </p:sp>
      <p:sp>
        <p:nvSpPr>
          <p:cNvPr id="211" name="Rectangle 10"/>
          <p:cNvSpPr/>
          <p:nvPr/>
        </p:nvSpPr>
        <p:spPr>
          <a:xfrm>
            <a:off x="2066760" y="3315960"/>
            <a:ext cx="1566000" cy="638280"/>
          </a:xfrm>
          <a:prstGeom prst="rect">
            <a:avLst/>
          </a:prstGeom>
          <a:noFill/>
          <a:ln w="28575">
            <a:solidFill>
              <a:srgbClr val="0070c0"/>
            </a:solidFill>
            <a:round/>
          </a:ln>
        </p:spPr>
        <p:style>
          <a:lnRef idx="0"/>
          <a:fillRef idx="0"/>
          <a:effectRef idx="0"/>
          <a:fontRef idx="minor"/>
        </p:style>
        <p:txBody>
          <a:bodyPr wrap="none" lIns="90000" rIns="90000" tIns="45000" bIns="45000" anchor="t">
            <a:spAutoFit/>
          </a:bodyPr>
          <a:p>
            <a:pPr>
              <a:lnSpc>
                <a:spcPct val="100000"/>
              </a:lnSpc>
              <a:buNone/>
            </a:pPr>
            <a:r>
              <a:rPr b="0" lang="en-US" sz="1800" spc="-1" strike="noStrike">
                <a:solidFill>
                  <a:srgbClr val="292934"/>
                </a:solidFill>
                <a:latin typeface="Arial"/>
                <a:ea typeface="DejaVu Sans"/>
              </a:rPr>
              <a:t>permissions </a:t>
            </a:r>
            <a:endParaRPr b="0" lang="en-US" sz="1800" spc="-1" strike="noStrike">
              <a:latin typeface="Arial"/>
            </a:endParaRPr>
          </a:p>
          <a:p>
            <a:pPr>
              <a:lnSpc>
                <a:spcPct val="100000"/>
              </a:lnSpc>
              <a:buNone/>
            </a:pPr>
            <a:r>
              <a:rPr b="0" lang="en-US" sz="1800" spc="-1" strike="noStrike">
                <a:solidFill>
                  <a:srgbClr val="292934"/>
                </a:solidFill>
                <a:latin typeface="Arial"/>
                <a:ea typeface="DejaVu Sans"/>
              </a:rPr>
              <a:t>for the </a:t>
            </a:r>
            <a:r>
              <a:rPr b="1" lang="en-US" sz="1800" spc="-1" strike="noStrike">
                <a:solidFill>
                  <a:srgbClr val="292934"/>
                </a:solidFill>
                <a:latin typeface="Arial"/>
                <a:ea typeface="DejaVu Sans"/>
              </a:rPr>
              <a:t>owner</a:t>
            </a:r>
            <a:endParaRPr b="0" lang="en-US" sz="1800" spc="-1" strike="noStrike">
              <a:latin typeface="Arial"/>
            </a:endParaRPr>
          </a:p>
        </p:txBody>
      </p:sp>
      <p:sp>
        <p:nvSpPr>
          <p:cNvPr id="212" name="Rectangle 11"/>
          <p:cNvSpPr/>
          <p:nvPr/>
        </p:nvSpPr>
        <p:spPr>
          <a:xfrm>
            <a:off x="3721680" y="3315960"/>
            <a:ext cx="1460880" cy="638280"/>
          </a:xfrm>
          <a:prstGeom prst="rect">
            <a:avLst/>
          </a:prstGeom>
          <a:noFill/>
          <a:ln w="28575">
            <a:solidFill>
              <a:srgbClr val="00b050"/>
            </a:solidFill>
            <a:round/>
          </a:ln>
        </p:spPr>
        <p:style>
          <a:lnRef idx="0"/>
          <a:fillRef idx="0"/>
          <a:effectRef idx="0"/>
          <a:fontRef idx="minor"/>
        </p:style>
        <p:txBody>
          <a:bodyPr wrap="none" lIns="90000" rIns="90000" tIns="45000" bIns="45000" anchor="t">
            <a:spAutoFit/>
          </a:bodyPr>
          <a:p>
            <a:pPr>
              <a:lnSpc>
                <a:spcPct val="100000"/>
              </a:lnSpc>
              <a:buNone/>
            </a:pPr>
            <a:r>
              <a:rPr b="0" lang="en-US" sz="1800" spc="-1" strike="noStrike">
                <a:solidFill>
                  <a:srgbClr val="292934"/>
                </a:solidFill>
                <a:latin typeface="Arial"/>
                <a:ea typeface="DejaVu Sans"/>
              </a:rPr>
              <a:t>permissions </a:t>
            </a:r>
            <a:endParaRPr b="0" lang="en-US" sz="1800" spc="-1" strike="noStrike">
              <a:latin typeface="Arial"/>
            </a:endParaRPr>
          </a:p>
          <a:p>
            <a:pPr>
              <a:lnSpc>
                <a:spcPct val="100000"/>
              </a:lnSpc>
              <a:buNone/>
            </a:pPr>
            <a:r>
              <a:rPr b="0" lang="en-US" sz="1800" spc="-1" strike="noStrike">
                <a:solidFill>
                  <a:srgbClr val="292934"/>
                </a:solidFill>
                <a:latin typeface="Arial"/>
                <a:ea typeface="DejaVu Sans"/>
              </a:rPr>
              <a:t>for </a:t>
            </a:r>
            <a:r>
              <a:rPr b="1" lang="en-US" sz="1800" spc="-1" strike="noStrike">
                <a:solidFill>
                  <a:srgbClr val="292934"/>
                </a:solidFill>
                <a:latin typeface="Arial"/>
                <a:ea typeface="DejaVu Sans"/>
              </a:rPr>
              <a:t>groups</a:t>
            </a:r>
            <a:endParaRPr b="0" lang="en-US" sz="1800" spc="-1" strike="noStrike">
              <a:latin typeface="Arial"/>
            </a:endParaRPr>
          </a:p>
        </p:txBody>
      </p:sp>
      <p:sp>
        <p:nvSpPr>
          <p:cNvPr id="213" name="Rectangle 12"/>
          <p:cNvSpPr/>
          <p:nvPr/>
        </p:nvSpPr>
        <p:spPr>
          <a:xfrm>
            <a:off x="5361480" y="3315960"/>
            <a:ext cx="1460880" cy="638280"/>
          </a:xfrm>
          <a:prstGeom prst="rect">
            <a:avLst/>
          </a:prstGeom>
          <a:noFill/>
          <a:ln w="28575">
            <a:solidFill>
              <a:srgbClr val="ffc000"/>
            </a:solidFill>
            <a:round/>
          </a:ln>
        </p:spPr>
        <p:style>
          <a:lnRef idx="0"/>
          <a:fillRef idx="0"/>
          <a:effectRef idx="0"/>
          <a:fontRef idx="minor"/>
        </p:style>
        <p:txBody>
          <a:bodyPr wrap="none" lIns="90000" rIns="90000" tIns="45000" bIns="45000" anchor="t">
            <a:spAutoFit/>
          </a:bodyPr>
          <a:p>
            <a:pPr>
              <a:lnSpc>
                <a:spcPct val="100000"/>
              </a:lnSpc>
              <a:buNone/>
            </a:pPr>
            <a:r>
              <a:rPr b="0" lang="en-US" sz="1800" spc="-1" strike="noStrike">
                <a:solidFill>
                  <a:srgbClr val="292934"/>
                </a:solidFill>
                <a:latin typeface="Arial"/>
                <a:ea typeface="DejaVu Sans"/>
              </a:rPr>
              <a:t>permissions </a:t>
            </a:r>
            <a:endParaRPr b="0" lang="en-US" sz="1800" spc="-1" strike="noStrike">
              <a:latin typeface="Arial"/>
            </a:endParaRPr>
          </a:p>
          <a:p>
            <a:pPr>
              <a:lnSpc>
                <a:spcPct val="100000"/>
              </a:lnSpc>
              <a:buNone/>
            </a:pPr>
            <a:r>
              <a:rPr b="0" lang="en-US" sz="1800" spc="-1" strike="noStrike">
                <a:solidFill>
                  <a:srgbClr val="292934"/>
                </a:solidFill>
                <a:latin typeface="Arial"/>
                <a:ea typeface="DejaVu Sans"/>
              </a:rPr>
              <a:t>for </a:t>
            </a:r>
            <a:r>
              <a:rPr b="1" lang="en-US" sz="1800" spc="-1" strike="noStrike">
                <a:solidFill>
                  <a:srgbClr val="292934"/>
                </a:solidFill>
                <a:latin typeface="Arial"/>
                <a:ea typeface="DejaVu Sans"/>
              </a:rPr>
              <a:t>others</a:t>
            </a:r>
            <a:endParaRPr b="0" lang="en-US" sz="1800" spc="-1" strike="noStrike">
              <a:latin typeface="Arial"/>
            </a:endParaRPr>
          </a:p>
        </p:txBody>
      </p:sp>
      <p:pic>
        <p:nvPicPr>
          <p:cNvPr id="214" name="Picture 14" descr=""/>
          <p:cNvPicPr/>
          <p:nvPr/>
        </p:nvPicPr>
        <p:blipFill>
          <a:blip r:embed="rId2"/>
          <a:stretch/>
        </p:blipFill>
        <p:spPr>
          <a:xfrm>
            <a:off x="3139920" y="5955120"/>
            <a:ext cx="5590440" cy="856440"/>
          </a:xfrm>
          <a:prstGeom prst="rect">
            <a:avLst/>
          </a:prstGeom>
          <a:ln w="0">
            <a:noFill/>
          </a:ln>
        </p:spPr>
      </p:pic>
      <p:sp>
        <p:nvSpPr>
          <p:cNvPr id="4" name="PlaceHolder 3"/>
          <p:cNvSpPr>
            <a:spLocks noGrp="1"/>
          </p:cNvSpPr>
          <p:nvPr>
            <p:ph type="sldNum" idx="5"/>
          </p:nvPr>
        </p:nvSpPr>
        <p:spPr/>
        <p:txBody>
          <a:bodyPr/>
          <a:p>
            <a:fld id="{D8E4ED87-BFEC-4FD4-B24B-C47601A174B0}" type="slidenum">
              <a:t>20</a:t>
            </a:fld>
          </a:p>
        </p:txBody>
      </p:sp>
    </p:spTree>
  </p:cSld>
  <mc:AlternateContent>
    <mc:Choice Requires="p14">
      <p:transition spd="slow" p14:dur="2000"/>
    </mc:Choice>
    <mc:Fallback>
      <p:transition spd="slow"/>
    </mc:Fallback>
  </mc:AlternateContent>
  <p:timing>
    <p:tnLst>
      <p:par>
        <p:cTn id="23" dur="indefinite" restart="never" nodeType="tmRoot">
          <p:childTnLst>
            <p:seq>
              <p:cTn id="24" dur="indefinite" nodeType="mainSeq">
                <p:childTnLst>
                  <p:par>
                    <p:cTn id="25" fill="hold">
                      <p:stCondLst>
                        <p:cond delay="indefinite"/>
                      </p:stCondLst>
                      <p:childTnLst>
                        <p:par>
                          <p:cTn id="26" fill="hold">
                            <p:stCondLst>
                              <p:cond delay="0"/>
                            </p:stCondLst>
                            <p:childTnLst>
                              <p:par>
                                <p:cTn id="27" nodeType="clickEffect" fill="hold" presetClass="entr" presetID="1">
                                  <p:stCondLst>
                                    <p:cond delay="0"/>
                                  </p:stCondLst>
                                  <p:childTnLst>
                                    <p:set>
                                      <p:cBhvr>
                                        <p:cTn id="28" dur="1" fill="hold">
                                          <p:stCondLst>
                                            <p:cond delay="0"/>
                                          </p:stCondLst>
                                        </p:cTn>
                                        <p:tgtEl>
                                          <p:spTgt spid="206"/>
                                        </p:tgtEl>
                                        <p:attrNameLst>
                                          <p:attrName>style.visibility</p:attrName>
                                        </p:attrNameLst>
                                      </p:cBhvr>
                                      <p:to>
                                        <p:strVal val="visible"/>
                                      </p:to>
                                    </p:set>
                                  </p:childTnLst>
                                </p:cTn>
                              </p:par>
                              <p:par>
                                <p:cTn id="29" nodeType="withEffect" fill="hold" presetClass="entr" presetID="1">
                                  <p:stCondLst>
                                    <p:cond delay="0"/>
                                  </p:stCondLst>
                                  <p:childTnLst>
                                    <p:set>
                                      <p:cBhvr>
                                        <p:cTn id="30" dur="1" fill="hold">
                                          <p:stCondLst>
                                            <p:cond delay="0"/>
                                          </p:stCondLst>
                                        </p:cTn>
                                        <p:tgtEl>
                                          <p:spTgt spid="2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nodeType="clickEffect" fill="hold" presetClass="entr" presetID="1">
                                  <p:stCondLst>
                                    <p:cond delay="0"/>
                                  </p:stCondLst>
                                  <p:childTnLst>
                                    <p:set>
                                      <p:cBhvr>
                                        <p:cTn id="34" dur="1" fill="hold">
                                          <p:stCondLst>
                                            <p:cond delay="0"/>
                                          </p:stCondLst>
                                        </p:cTn>
                                        <p:tgtEl>
                                          <p:spTgt spid="211"/>
                                        </p:tgtEl>
                                        <p:attrNameLst>
                                          <p:attrName>style.visibility</p:attrName>
                                        </p:attrNameLst>
                                      </p:cBhvr>
                                      <p:to>
                                        <p:strVal val="visible"/>
                                      </p:to>
                                    </p:set>
                                  </p:childTnLst>
                                </p:cTn>
                              </p:par>
                              <p:par>
                                <p:cTn id="35" nodeType="withEffect" fill="hold" presetClass="entr" presetID="1">
                                  <p:stCondLst>
                                    <p:cond delay="0"/>
                                  </p:stCondLst>
                                  <p:childTnLst>
                                    <p:set>
                                      <p:cBhvr>
                                        <p:cTn id="36" dur="1" fill="hold">
                                          <p:stCondLst>
                                            <p:cond delay="0"/>
                                          </p:stCondLst>
                                        </p:cTn>
                                        <p:tgtEl>
                                          <p:spTgt spid="20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nodeType="clickEffect" fill="hold" presetClass="entr" presetID="1">
                                  <p:stCondLst>
                                    <p:cond delay="0"/>
                                  </p:stCondLst>
                                  <p:childTnLst>
                                    <p:set>
                                      <p:cBhvr>
                                        <p:cTn id="40" dur="1" fill="hold">
                                          <p:stCondLst>
                                            <p:cond delay="0"/>
                                          </p:stCondLst>
                                        </p:cTn>
                                        <p:tgtEl>
                                          <p:spTgt spid="212"/>
                                        </p:tgtEl>
                                        <p:attrNameLst>
                                          <p:attrName>style.visibility</p:attrName>
                                        </p:attrNameLst>
                                      </p:cBhvr>
                                      <p:to>
                                        <p:strVal val="visible"/>
                                      </p:to>
                                    </p:set>
                                  </p:childTnLst>
                                </p:cTn>
                              </p:par>
                              <p:par>
                                <p:cTn id="41" nodeType="withEffect" fill="hold" presetClass="entr" presetID="1">
                                  <p:stCondLst>
                                    <p:cond delay="0"/>
                                  </p:stCondLst>
                                  <p:childTnLst>
                                    <p:set>
                                      <p:cBhvr>
                                        <p:cTn id="42" dur="1" fill="hold">
                                          <p:stCondLst>
                                            <p:cond delay="0"/>
                                          </p:stCondLst>
                                        </p:cTn>
                                        <p:tgtEl>
                                          <p:spTgt spid="20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nodeType="clickEffect" fill="hold" presetClass="entr" presetID="1">
                                  <p:stCondLst>
                                    <p:cond delay="0"/>
                                  </p:stCondLst>
                                  <p:childTnLst>
                                    <p:set>
                                      <p:cBhvr>
                                        <p:cTn id="46" dur="1" fill="hold">
                                          <p:stCondLst>
                                            <p:cond delay="0"/>
                                          </p:stCondLst>
                                        </p:cTn>
                                        <p:tgtEl>
                                          <p:spTgt spid="213"/>
                                        </p:tgtEl>
                                        <p:attrNameLst>
                                          <p:attrName>style.visibility</p:attrName>
                                        </p:attrNameLst>
                                      </p:cBhvr>
                                      <p:to>
                                        <p:strVal val="visible"/>
                                      </p:to>
                                    </p:set>
                                  </p:childTnLst>
                                </p:cTn>
                              </p:par>
                              <p:par>
                                <p:cTn id="47" nodeType="withEffect" fill="hold" presetClass="entr" presetID="1">
                                  <p:stCondLst>
                                    <p:cond delay="0"/>
                                  </p:stCondLst>
                                  <p:childTnLst>
                                    <p:set>
                                      <p:cBhvr>
                                        <p:cTn id="48" dur="1" fill="hold">
                                          <p:stCondLst>
                                            <p:cond delay="0"/>
                                          </p:stCondLst>
                                        </p:cTn>
                                        <p:tgtEl>
                                          <p:spTgt spid="2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Linux Terminal</a:t>
            </a:r>
            <a:endParaRPr b="0" lang="en-US" sz="4000" spc="-1" strike="noStrike">
              <a:latin typeface="Arial"/>
            </a:endParaRPr>
          </a:p>
        </p:txBody>
      </p:sp>
      <p:sp>
        <p:nvSpPr>
          <p:cNvPr id="216" name="PlaceHolder 2"/>
          <p:cNvSpPr>
            <a:spLocks noGrp="1"/>
          </p:cNvSpPr>
          <p:nvPr>
            <p:ph/>
          </p:nvPr>
        </p:nvSpPr>
        <p:spPr>
          <a:xfrm>
            <a:off x="457200" y="1600200"/>
            <a:ext cx="8228880" cy="4876200"/>
          </a:xfrm>
          <a:prstGeom prst="rect">
            <a:avLst/>
          </a:prstGeom>
          <a:noFill/>
          <a:ln w="0">
            <a:noFill/>
          </a:ln>
        </p:spPr>
        <p:txBody>
          <a:bodyPr lIns="90000" rIns="90000" tIns="45000" bIns="45000" anchor="t">
            <a:noAutofit/>
          </a:bodyPr>
          <a:p>
            <a:pPr marL="182880" indent="-182880">
              <a:lnSpc>
                <a:spcPct val="100000"/>
              </a:lnSpc>
              <a:spcBef>
                <a:spcPts val="479"/>
              </a:spcBef>
              <a:buClr>
                <a:srgbClr val="93a299"/>
              </a:buClr>
              <a:buSzPct val="85000"/>
              <a:buFont typeface="Arial"/>
              <a:buChar char="•"/>
            </a:pPr>
            <a:r>
              <a:rPr b="1" lang="en-US" sz="2400" spc="-1" strike="noStrike">
                <a:solidFill>
                  <a:srgbClr val="0070c0"/>
                </a:solidFill>
                <a:latin typeface="Arial"/>
              </a:rPr>
              <a:t>chown [option] [path] </a:t>
            </a:r>
            <a:r>
              <a:rPr b="0" lang="en-US" sz="2400" spc="-1" strike="noStrike">
                <a:solidFill>
                  <a:srgbClr val="292934"/>
                </a:solidFill>
                <a:latin typeface="Arial"/>
              </a:rPr>
              <a:t>– Change the ownership of a file or directory</a:t>
            </a:r>
            <a:endParaRPr b="0" lang="en-US" sz="2400" spc="-1" strike="noStrike">
              <a:latin typeface="Arial"/>
            </a:endParaRPr>
          </a:p>
          <a:p>
            <a:pPr marL="548640">
              <a:lnSpc>
                <a:spcPct val="100000"/>
              </a:lnSpc>
              <a:spcBef>
                <a:spcPts val="360"/>
              </a:spcBef>
              <a:buNone/>
              <a:tabLst>
                <a:tab algn="l" pos="0"/>
              </a:tabLst>
            </a:pPr>
            <a:r>
              <a:rPr b="0" lang="en-US" sz="1800" spc="-1" strike="noStrike">
                <a:solidFill>
                  <a:srgbClr val="292934"/>
                </a:solidFill>
                <a:latin typeface="Arial"/>
              </a:rPr>
              <a:t>E.g. to change the owner of /foo and subfiles to “root”, run:</a:t>
            </a:r>
            <a:endParaRPr b="0" lang="en-US" sz="1800" spc="-1" strike="noStrike">
              <a:latin typeface="Arial"/>
            </a:endParaRPr>
          </a:p>
          <a:p>
            <a:pPr marL="548640">
              <a:lnSpc>
                <a:spcPct val="100000"/>
              </a:lnSpc>
              <a:spcBef>
                <a:spcPts val="360"/>
              </a:spcBef>
              <a:buNone/>
              <a:tabLst>
                <a:tab algn="l" pos="0"/>
              </a:tabLst>
            </a:pPr>
            <a:r>
              <a:rPr b="0" lang="en-US" sz="1800" spc="-1" strike="noStrike">
                <a:solidFill>
                  <a:srgbClr val="292934"/>
                </a:solidFill>
                <a:latin typeface="Arial"/>
              </a:rPr>
              <a:t>         </a:t>
            </a:r>
            <a:r>
              <a:rPr b="0" lang="en-US" sz="1800" spc="-1" strike="noStrike">
                <a:solidFill>
                  <a:srgbClr val="292934"/>
                </a:solidFill>
                <a:latin typeface="Arial"/>
              </a:rPr>
              <a:t>chown -R root /foo</a:t>
            </a:r>
            <a:endParaRPr b="0" lang="en-US" sz="1800" spc="-1" strike="noStrike">
              <a:latin typeface="Arial"/>
            </a:endParaRPr>
          </a:p>
          <a:p>
            <a:pPr marL="548640">
              <a:lnSpc>
                <a:spcPct val="100000"/>
              </a:lnSpc>
              <a:spcBef>
                <a:spcPts val="360"/>
              </a:spcBef>
              <a:buNone/>
              <a:tabLst>
                <a:tab algn="l" pos="0"/>
              </a:tabLst>
            </a:pPr>
            <a:r>
              <a:rPr b="0" lang="en-US" sz="1800" spc="-1" strike="noStrike">
                <a:solidFill>
                  <a:srgbClr val="292934"/>
                </a:solidFill>
                <a:latin typeface="Arial"/>
              </a:rPr>
              <a:t>E.g. get permission to modify </a:t>
            </a:r>
            <a:r>
              <a:rPr b="0" lang="en-US" sz="1800" spc="-1" strike="noStrike">
                <a:solidFill>
                  <a:srgbClr val="ff0000"/>
                </a:solidFill>
                <a:latin typeface="Arial"/>
              </a:rPr>
              <a:t>/var/www/html </a:t>
            </a:r>
            <a:r>
              <a:rPr b="0" lang="en-US" sz="1800" spc="-1" strike="noStrike">
                <a:solidFill>
                  <a:srgbClr val="292934"/>
                </a:solidFill>
                <a:latin typeface="Arial"/>
              </a:rPr>
              <a:t>:</a:t>
            </a:r>
            <a:endParaRPr b="0" lang="en-US" sz="1800" spc="-1" strike="noStrike">
              <a:latin typeface="Arial"/>
            </a:endParaRPr>
          </a:p>
          <a:p>
            <a:pPr marL="548640">
              <a:lnSpc>
                <a:spcPct val="100000"/>
              </a:lnSpc>
              <a:spcBef>
                <a:spcPts val="360"/>
              </a:spcBef>
              <a:buNone/>
              <a:tabLst>
                <a:tab algn="l" pos="0"/>
              </a:tabLst>
            </a:pPr>
            <a:r>
              <a:rPr b="0" lang="en-US" sz="1800" spc="-1" strike="noStrike">
                <a:solidFill>
                  <a:srgbClr val="292934"/>
                </a:solidFill>
                <a:latin typeface="Arial"/>
              </a:rPr>
              <a:t>     </a:t>
            </a:r>
            <a:r>
              <a:rPr b="0" lang="pt-BR" sz="1800" spc="-1" strike="noStrike">
                <a:solidFill>
                  <a:srgbClr val="ff0000"/>
                </a:solidFill>
                <a:latin typeface="Arial"/>
              </a:rPr>
              <a:t>sudo chown -R pi:pi /var/www/html</a:t>
            </a:r>
            <a:endParaRPr b="0" lang="en-US" sz="18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1" lang="en-US" sz="2400" spc="-1" strike="noStrike">
                <a:solidFill>
                  <a:srgbClr val="0070c0"/>
                </a:solidFill>
                <a:latin typeface="Arial"/>
              </a:rPr>
              <a:t>passwd </a:t>
            </a:r>
            <a:r>
              <a:rPr b="0" lang="en-US" sz="2400" spc="-1" strike="noStrike">
                <a:solidFill>
                  <a:srgbClr val="292934"/>
                </a:solidFill>
                <a:latin typeface="Arial"/>
              </a:rPr>
              <a:t>– change user password</a:t>
            </a:r>
            <a:endParaRPr b="0" lang="en-US" sz="24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1" lang="en-US" sz="2400" spc="-1" strike="noStrike">
                <a:solidFill>
                  <a:srgbClr val="0070c0"/>
                </a:solidFill>
                <a:latin typeface="Arial"/>
              </a:rPr>
              <a:t>su</a:t>
            </a:r>
            <a:r>
              <a:rPr b="0" lang="en-US" sz="2400" spc="-1" strike="noStrike">
                <a:solidFill>
                  <a:srgbClr val="292934"/>
                </a:solidFill>
                <a:latin typeface="Arial"/>
              </a:rPr>
              <a:t> – switch from user to root account </a:t>
            </a:r>
            <a:endParaRPr b="0" lang="en-US" sz="24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1" lang="en-US" sz="2400" spc="-1" strike="noStrike">
                <a:solidFill>
                  <a:srgbClr val="0070c0"/>
                </a:solidFill>
                <a:latin typeface="Arial"/>
              </a:rPr>
              <a:t>exit</a:t>
            </a:r>
            <a:r>
              <a:rPr b="0" lang="en-US" sz="2400" spc="-1" strike="noStrike">
                <a:solidFill>
                  <a:srgbClr val="292934"/>
                </a:solidFill>
                <a:latin typeface="Arial"/>
              </a:rPr>
              <a:t> – return to user account</a:t>
            </a:r>
            <a:endParaRPr b="0" lang="en-US" sz="24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1" lang="en-US" sz="2400" spc="-1" strike="noStrike">
                <a:solidFill>
                  <a:srgbClr val="0070c0"/>
                </a:solidFill>
                <a:latin typeface="Arial"/>
              </a:rPr>
              <a:t>history</a:t>
            </a:r>
            <a:r>
              <a:rPr b="0" lang="en-US" sz="2400" spc="-1" strike="noStrike">
                <a:solidFill>
                  <a:srgbClr val="292934"/>
                </a:solidFill>
                <a:latin typeface="Arial"/>
              </a:rPr>
              <a:t> – display all previous command</a:t>
            </a:r>
            <a:endParaRPr b="0" lang="en-US" sz="24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1" lang="en-US" sz="2400" spc="-1" strike="noStrike">
                <a:solidFill>
                  <a:srgbClr val="0070c0"/>
                </a:solidFill>
                <a:latin typeface="Arial"/>
              </a:rPr>
              <a:t>clear</a:t>
            </a:r>
            <a:r>
              <a:rPr b="0" lang="en-US" sz="2400" spc="-1" strike="noStrike">
                <a:solidFill>
                  <a:srgbClr val="292934"/>
                </a:solidFill>
                <a:latin typeface="Arial"/>
              </a:rPr>
              <a:t> – clear the terminal screen</a:t>
            </a:r>
            <a:endParaRPr b="0" lang="en-US" sz="2400" spc="-1" strike="noStrike">
              <a:latin typeface="Arial"/>
            </a:endParaRPr>
          </a:p>
        </p:txBody>
      </p:sp>
      <p:sp>
        <p:nvSpPr>
          <p:cNvPr id="4" name="PlaceHolder 3"/>
          <p:cNvSpPr>
            <a:spLocks noGrp="1"/>
          </p:cNvSpPr>
          <p:nvPr>
            <p:ph type="sldNum" idx="5"/>
          </p:nvPr>
        </p:nvSpPr>
        <p:spPr/>
        <p:txBody>
          <a:bodyPr/>
          <a:p>
            <a:fld id="{58782F47-81A6-49C1-BE66-36685812748B}" type="slidenum">
              <a:t>21</a:t>
            </a:fld>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Linux Terminal</a:t>
            </a:r>
            <a:endParaRPr b="0" lang="en-US" sz="4000" spc="-1" strike="noStrike">
              <a:latin typeface="Arial"/>
            </a:endParaRPr>
          </a:p>
        </p:txBody>
      </p:sp>
      <p:sp>
        <p:nvSpPr>
          <p:cNvPr id="218" name="PlaceHolder 2"/>
          <p:cNvSpPr>
            <a:spLocks noGrp="1"/>
          </p:cNvSpPr>
          <p:nvPr>
            <p:ph/>
          </p:nvPr>
        </p:nvSpPr>
        <p:spPr>
          <a:xfrm>
            <a:off x="457200" y="1600200"/>
            <a:ext cx="8228880" cy="4876200"/>
          </a:xfrm>
          <a:prstGeom prst="rect">
            <a:avLst/>
          </a:prstGeom>
          <a:noFill/>
          <a:ln w="0">
            <a:noFill/>
          </a:ln>
        </p:spPr>
        <p:txBody>
          <a:bodyPr lIns="90000" rIns="90000" tIns="45000" bIns="45000" anchor="t">
            <a:noAutofit/>
          </a:bodyPr>
          <a:p>
            <a:pPr marL="182880" indent="-182880">
              <a:lnSpc>
                <a:spcPct val="100000"/>
              </a:lnSpc>
              <a:spcBef>
                <a:spcPts val="479"/>
              </a:spcBef>
              <a:buClr>
                <a:srgbClr val="93a299"/>
              </a:buClr>
              <a:buSzPct val="85000"/>
              <a:buFont typeface="Arial"/>
              <a:buChar char="•"/>
            </a:pPr>
            <a:r>
              <a:rPr b="1" lang="en-US" sz="2400" spc="-1" strike="noStrike">
                <a:solidFill>
                  <a:srgbClr val="0070c0"/>
                </a:solidFill>
                <a:latin typeface="Arial"/>
              </a:rPr>
              <a:t>df</a:t>
            </a:r>
            <a:r>
              <a:rPr b="0" lang="en-US" sz="2400" spc="-1" strike="noStrike">
                <a:solidFill>
                  <a:srgbClr val="292934"/>
                </a:solidFill>
                <a:latin typeface="Arial"/>
              </a:rPr>
              <a:t> –  shows the size, used space, and available space on the mounted filesystems</a:t>
            </a:r>
            <a:endParaRPr b="0" lang="en-US" sz="2400" spc="-1" strike="noStrike">
              <a:latin typeface="Arial"/>
            </a:endParaRPr>
          </a:p>
          <a:p>
            <a:pPr>
              <a:lnSpc>
                <a:spcPct val="100000"/>
              </a:lnSpc>
              <a:spcBef>
                <a:spcPts val="479"/>
              </a:spcBef>
              <a:buNone/>
              <a:tabLst>
                <a:tab algn="l" pos="0"/>
              </a:tabLst>
            </a:pPr>
            <a:r>
              <a:rPr b="0" lang="en-US" sz="2400" spc="-1" strike="noStrike">
                <a:solidFill>
                  <a:srgbClr val="292934"/>
                </a:solidFill>
                <a:latin typeface="Arial"/>
              </a:rPr>
              <a:t>	</a:t>
            </a:r>
            <a:r>
              <a:rPr b="0" lang="en-US" sz="2400" spc="-1" strike="noStrike">
                <a:solidFill>
                  <a:srgbClr val="292934"/>
                </a:solidFill>
                <a:latin typeface="Arial"/>
              </a:rPr>
              <a:t>e.g.  df  -h    -&gt; show list of file system</a:t>
            </a:r>
            <a:endParaRPr b="0" lang="en-US" sz="24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1" lang="en-US" sz="2400" spc="-1" strike="noStrike">
                <a:solidFill>
                  <a:srgbClr val="0070c0"/>
                </a:solidFill>
                <a:latin typeface="Arial"/>
              </a:rPr>
              <a:t>echo </a:t>
            </a:r>
            <a:r>
              <a:rPr b="0" lang="en-US" sz="2400" spc="-1" strike="noStrike">
                <a:solidFill>
                  <a:srgbClr val="292934"/>
                </a:solidFill>
                <a:latin typeface="Arial"/>
              </a:rPr>
              <a:t>– print a string or string variable on terminal screen</a:t>
            </a:r>
            <a:endParaRPr b="0" lang="en-US" sz="2400" spc="-1" strike="noStrike">
              <a:latin typeface="Arial"/>
            </a:endParaRPr>
          </a:p>
          <a:p>
            <a:pPr>
              <a:lnSpc>
                <a:spcPct val="100000"/>
              </a:lnSpc>
              <a:spcBef>
                <a:spcPts val="479"/>
              </a:spcBef>
              <a:buNone/>
              <a:tabLst>
                <a:tab algn="l" pos="0"/>
              </a:tabLst>
            </a:pPr>
            <a:r>
              <a:rPr b="0" lang="en-US" sz="2400" spc="-1" strike="noStrike">
                <a:solidFill>
                  <a:srgbClr val="292934"/>
                </a:solidFill>
                <a:latin typeface="Arial"/>
              </a:rPr>
              <a:t>	</a:t>
            </a:r>
            <a:r>
              <a:rPr b="0" lang="en-US" sz="2400" spc="-1" strike="noStrike">
                <a:solidFill>
                  <a:srgbClr val="292934"/>
                </a:solidFill>
                <a:latin typeface="Arial"/>
              </a:rPr>
              <a:t>e.g.  echo Hello</a:t>
            </a:r>
            <a:endParaRPr b="0" lang="en-US" sz="2400" spc="-1" strike="noStrike">
              <a:latin typeface="Arial"/>
            </a:endParaRPr>
          </a:p>
          <a:p>
            <a:pPr>
              <a:lnSpc>
                <a:spcPct val="100000"/>
              </a:lnSpc>
              <a:spcBef>
                <a:spcPts val="479"/>
              </a:spcBef>
              <a:buNone/>
              <a:tabLst>
                <a:tab algn="l" pos="0"/>
              </a:tabLst>
            </a:pPr>
            <a:r>
              <a:rPr b="0" lang="en-US" sz="2400" spc="-1" strike="noStrike">
                <a:solidFill>
                  <a:srgbClr val="292934"/>
                </a:solidFill>
                <a:latin typeface="Arial"/>
              </a:rPr>
              <a:t>	</a:t>
            </a:r>
            <a:r>
              <a:rPr b="0" lang="en-US" sz="2400" spc="-1" strike="noStrike">
                <a:solidFill>
                  <a:srgbClr val="292934"/>
                </a:solidFill>
                <a:latin typeface="Arial"/>
              </a:rPr>
              <a:t>        </a:t>
            </a:r>
            <a:r>
              <a:rPr b="0" lang="en-US" sz="2400" spc="-1" strike="noStrike">
                <a:solidFill>
                  <a:srgbClr val="292934"/>
                </a:solidFill>
                <a:latin typeface="Arial"/>
              </a:rPr>
              <a:t>echo $PATH</a:t>
            </a:r>
            <a:endParaRPr b="0" lang="en-US" sz="2400" spc="-1" strike="noStrike">
              <a:latin typeface="Arial"/>
            </a:endParaRPr>
          </a:p>
          <a:p>
            <a:pPr>
              <a:lnSpc>
                <a:spcPct val="100000"/>
              </a:lnSpc>
              <a:spcBef>
                <a:spcPts val="479"/>
              </a:spcBef>
              <a:buNone/>
              <a:tabLst>
                <a:tab algn="l" pos="0"/>
              </a:tabLst>
            </a:pPr>
            <a:r>
              <a:rPr b="0" lang="en-US" sz="2400" spc="-1" strike="noStrike">
                <a:solidFill>
                  <a:srgbClr val="292934"/>
                </a:solidFill>
                <a:latin typeface="Arial"/>
              </a:rPr>
              <a:t>	</a:t>
            </a:r>
            <a:r>
              <a:rPr b="0" lang="en-US" sz="2400" spc="-1" strike="noStrike">
                <a:solidFill>
                  <a:srgbClr val="292934"/>
                </a:solidFill>
                <a:latin typeface="Arial"/>
              </a:rPr>
              <a:t>        </a:t>
            </a:r>
            <a:r>
              <a:rPr b="0" lang="en-US" sz="2400" spc="-1" strike="noStrike">
                <a:solidFill>
                  <a:srgbClr val="292934"/>
                </a:solidFill>
                <a:latin typeface="Arial"/>
              </a:rPr>
              <a:t>echo $HOME</a:t>
            </a:r>
            <a:endParaRPr b="0" lang="en-US" sz="24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1" lang="en-US" sz="2400" spc="-1" strike="noStrike">
                <a:solidFill>
                  <a:srgbClr val="0070c0"/>
                </a:solidFill>
                <a:latin typeface="Arial"/>
              </a:rPr>
              <a:t>grep </a:t>
            </a:r>
            <a:r>
              <a:rPr b="0" lang="en-US" sz="2400" spc="-1" strike="noStrike">
                <a:solidFill>
                  <a:srgbClr val="292934"/>
                </a:solidFill>
                <a:latin typeface="Arial"/>
              </a:rPr>
              <a:t>– searches for lines which contain a search pattern</a:t>
            </a:r>
            <a:endParaRPr b="0" lang="en-US" sz="2400" spc="-1" strike="noStrike">
              <a:latin typeface="Arial"/>
            </a:endParaRPr>
          </a:p>
          <a:p>
            <a:pPr>
              <a:lnSpc>
                <a:spcPct val="100000"/>
              </a:lnSpc>
              <a:spcBef>
                <a:spcPts val="479"/>
              </a:spcBef>
              <a:buNone/>
              <a:tabLst>
                <a:tab algn="l" pos="0"/>
              </a:tabLst>
            </a:pPr>
            <a:r>
              <a:rPr b="0" lang="en-US" sz="2400" spc="-1" strike="noStrike">
                <a:solidFill>
                  <a:srgbClr val="292934"/>
                </a:solidFill>
                <a:latin typeface="Arial"/>
              </a:rPr>
              <a:t>	</a:t>
            </a:r>
            <a:r>
              <a:rPr b="0" lang="en-US" sz="2400" spc="-1" strike="noStrike">
                <a:solidFill>
                  <a:srgbClr val="292934"/>
                </a:solidFill>
                <a:latin typeface="Arial"/>
              </a:rPr>
              <a:t>e.g   grep train *.txt     </a:t>
            </a:r>
            <a:endParaRPr b="0" lang="en-US" sz="2400" spc="-1" strike="noStrike">
              <a:latin typeface="Arial"/>
            </a:endParaRPr>
          </a:p>
        </p:txBody>
      </p:sp>
      <p:sp>
        <p:nvSpPr>
          <p:cNvPr id="219" name="Rectangle 7"/>
          <p:cNvSpPr/>
          <p:nvPr/>
        </p:nvSpPr>
        <p:spPr>
          <a:xfrm>
            <a:off x="2057400" y="5486400"/>
            <a:ext cx="4571280" cy="10044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000" spc="-1" strike="noStrike">
                <a:solidFill>
                  <a:srgbClr val="ff0000"/>
                </a:solidFill>
                <a:latin typeface="Wingdings"/>
                <a:ea typeface="DejaVu Sans"/>
              </a:rPr>
              <a:t></a:t>
            </a:r>
            <a:r>
              <a:rPr b="0" lang="en-US" sz="2000" spc="-1" strike="noStrike">
                <a:solidFill>
                  <a:srgbClr val="ff0000"/>
                </a:solidFill>
                <a:latin typeface="Roboto"/>
                <a:ea typeface="DejaVu Sans"/>
              </a:rPr>
              <a:t> </a:t>
            </a:r>
            <a:r>
              <a:rPr b="0" lang="en-US" sz="2000" spc="-1" strike="noStrike">
                <a:solidFill>
                  <a:srgbClr val="ff0000"/>
                </a:solidFill>
                <a:latin typeface="Roboto"/>
                <a:ea typeface="DejaVu Sans"/>
              </a:rPr>
              <a:t>searching for the word “train” in all text files in the current directory</a:t>
            </a:r>
            <a:endParaRPr b="0" lang="en-US" sz="2000" spc="-1" strike="noStrike">
              <a:latin typeface="Arial"/>
            </a:endParaRPr>
          </a:p>
        </p:txBody>
      </p:sp>
      <p:sp>
        <p:nvSpPr>
          <p:cNvPr id="4" name="PlaceHolder 3"/>
          <p:cNvSpPr>
            <a:spLocks noGrp="1"/>
          </p:cNvSpPr>
          <p:nvPr>
            <p:ph type="sldNum" idx="5"/>
          </p:nvPr>
        </p:nvSpPr>
        <p:spPr/>
        <p:txBody>
          <a:bodyPr/>
          <a:p>
            <a:fld id="{A22F496C-2F76-4A7B-8530-3EA6E0A13DAC}" type="slidenum">
              <a:t>22</a:t>
            </a:fld>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Linux Terminal</a:t>
            </a:r>
            <a:endParaRPr b="0" lang="en-US" sz="4000" spc="-1" strike="noStrike">
              <a:latin typeface="Arial"/>
            </a:endParaRPr>
          </a:p>
        </p:txBody>
      </p:sp>
      <p:sp>
        <p:nvSpPr>
          <p:cNvPr id="221" name="PlaceHolder 2"/>
          <p:cNvSpPr>
            <a:spLocks noGrp="1"/>
          </p:cNvSpPr>
          <p:nvPr>
            <p:ph/>
          </p:nvPr>
        </p:nvSpPr>
        <p:spPr>
          <a:xfrm>
            <a:off x="457200" y="1600200"/>
            <a:ext cx="8228880" cy="4876200"/>
          </a:xfrm>
          <a:prstGeom prst="rect">
            <a:avLst/>
          </a:prstGeom>
          <a:noFill/>
          <a:ln w="0">
            <a:noFill/>
          </a:ln>
        </p:spPr>
        <p:txBody>
          <a:bodyPr lIns="90000" rIns="90000" tIns="45000" bIns="45000" anchor="t">
            <a:normAutofit fontScale="99000"/>
          </a:bodyPr>
          <a:p>
            <a:pPr marL="182880" indent="-182880">
              <a:lnSpc>
                <a:spcPct val="100000"/>
              </a:lnSpc>
              <a:spcBef>
                <a:spcPts val="479"/>
              </a:spcBef>
              <a:buClr>
                <a:srgbClr val="93a299"/>
              </a:buClr>
              <a:buSzPct val="85000"/>
              <a:buFont typeface="Arial"/>
              <a:buChar char="•"/>
            </a:pPr>
            <a:r>
              <a:rPr b="1" lang="en-US" sz="2400" spc="-1" strike="noStrike">
                <a:solidFill>
                  <a:srgbClr val="292934"/>
                </a:solidFill>
                <a:latin typeface="Arial"/>
              </a:rPr>
              <a:t>Unzip Files in Linux</a:t>
            </a:r>
            <a:endParaRPr b="0" lang="en-US" sz="2400" spc="-1" strike="noStrike">
              <a:latin typeface="Arial"/>
            </a:endParaRPr>
          </a:p>
          <a:p>
            <a:pPr lvl="1" marL="457200" indent="-182880">
              <a:lnSpc>
                <a:spcPct val="100000"/>
              </a:lnSpc>
              <a:spcBef>
                <a:spcPts val="400"/>
              </a:spcBef>
              <a:buClr>
                <a:srgbClr val="93a299"/>
              </a:buClr>
              <a:buSzPct val="85000"/>
              <a:buFont typeface="Arial"/>
              <a:buChar char="•"/>
            </a:pPr>
            <a:r>
              <a:rPr b="1" lang="en-US" sz="2000" spc="-1" strike="noStrike">
                <a:solidFill>
                  <a:srgbClr val="292934"/>
                </a:solidFill>
                <a:latin typeface="Arial"/>
              </a:rPr>
              <a:t>Installing unzip</a:t>
            </a:r>
            <a:endParaRPr b="0" lang="en-US" sz="2000" spc="-1" strike="noStrike">
              <a:latin typeface="Arial"/>
            </a:endParaRPr>
          </a:p>
          <a:p>
            <a:pPr marL="548640">
              <a:lnSpc>
                <a:spcPct val="100000"/>
              </a:lnSpc>
              <a:spcBef>
                <a:spcPts val="400"/>
              </a:spcBef>
              <a:buNone/>
              <a:tabLst>
                <a:tab algn="l" pos="0"/>
              </a:tabLst>
            </a:pPr>
            <a:r>
              <a:rPr b="1" lang="en-US" sz="2000" spc="-1" strike="noStrike">
                <a:solidFill>
                  <a:srgbClr val="0070c0"/>
                </a:solidFill>
                <a:latin typeface="Arial"/>
              </a:rPr>
              <a:t>    </a:t>
            </a:r>
            <a:r>
              <a:rPr b="0" lang="en-US" sz="2000" spc="-1" strike="noStrike">
                <a:solidFill>
                  <a:srgbClr val="0070c0"/>
                </a:solidFill>
                <a:latin typeface="Arial"/>
              </a:rPr>
              <a:t>sudo apt-get install unzip</a:t>
            </a:r>
            <a:endParaRPr b="0" lang="en-US" sz="2000" spc="-1" strike="noStrike">
              <a:latin typeface="Arial"/>
            </a:endParaRPr>
          </a:p>
          <a:p>
            <a:pPr lvl="1" marL="457200" indent="-182880">
              <a:lnSpc>
                <a:spcPct val="100000"/>
              </a:lnSpc>
              <a:spcBef>
                <a:spcPts val="400"/>
              </a:spcBef>
              <a:buClr>
                <a:srgbClr val="93a299"/>
              </a:buClr>
              <a:buSzPct val="85000"/>
              <a:buFont typeface="Arial"/>
              <a:buChar char="•"/>
              <a:tabLst>
                <a:tab algn="l" pos="0"/>
              </a:tabLst>
            </a:pPr>
            <a:r>
              <a:rPr b="1" lang="en-US" sz="2000" spc="-1" strike="noStrike">
                <a:solidFill>
                  <a:srgbClr val="292934"/>
                </a:solidFill>
                <a:latin typeface="Arial"/>
              </a:rPr>
              <a:t>Unzip a file</a:t>
            </a:r>
            <a:endParaRPr b="0" lang="en-US" sz="2000" spc="-1" strike="noStrike">
              <a:latin typeface="Arial"/>
            </a:endParaRPr>
          </a:p>
          <a:p>
            <a:pPr marL="548640">
              <a:lnSpc>
                <a:spcPct val="100000"/>
              </a:lnSpc>
              <a:spcBef>
                <a:spcPts val="360"/>
              </a:spcBef>
              <a:buNone/>
              <a:tabLst>
                <a:tab algn="l" pos="0"/>
              </a:tabLst>
            </a:pPr>
            <a:r>
              <a:rPr b="0" lang="en-US" sz="1800" spc="-1" strike="noStrike">
                <a:solidFill>
                  <a:srgbClr val="292934"/>
                </a:solidFill>
                <a:latin typeface="Arial"/>
              </a:rPr>
              <a:t>    </a:t>
            </a:r>
            <a:r>
              <a:rPr b="0" lang="en-US" sz="1800" spc="-1" strike="noStrike">
                <a:solidFill>
                  <a:srgbClr val="0070c0"/>
                </a:solidFill>
                <a:latin typeface="Arial"/>
              </a:rPr>
              <a:t>unzip filename.zip</a:t>
            </a:r>
            <a:endParaRPr b="0" lang="en-US" sz="1800" spc="-1" strike="noStrike">
              <a:latin typeface="Arial"/>
            </a:endParaRPr>
          </a:p>
          <a:p>
            <a:pPr marL="548640">
              <a:lnSpc>
                <a:spcPct val="100000"/>
              </a:lnSpc>
              <a:spcBef>
                <a:spcPts val="360"/>
              </a:spcBef>
              <a:buNone/>
              <a:tabLst>
                <a:tab algn="l" pos="0"/>
              </a:tabLst>
            </a:pPr>
            <a:endParaRPr b="0" lang="en-US" sz="18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1" lang="en-US" sz="2400" spc="-1" strike="noStrike">
                <a:solidFill>
                  <a:srgbClr val="292934"/>
                </a:solidFill>
                <a:latin typeface="Arial"/>
              </a:rPr>
              <a:t>Download file from web</a:t>
            </a:r>
            <a:endParaRPr b="0" lang="en-US" sz="2400" spc="-1" strike="noStrike">
              <a:latin typeface="Arial"/>
            </a:endParaRPr>
          </a:p>
          <a:p>
            <a:pPr lvl="1" marL="457200" indent="-182880">
              <a:lnSpc>
                <a:spcPct val="100000"/>
              </a:lnSpc>
              <a:spcBef>
                <a:spcPts val="400"/>
              </a:spcBef>
              <a:buClr>
                <a:srgbClr val="93a299"/>
              </a:buClr>
              <a:buSzPct val="85000"/>
              <a:buFont typeface="Arial"/>
              <a:buChar char="•"/>
              <a:tabLst>
                <a:tab algn="l" pos="0"/>
              </a:tabLst>
            </a:pPr>
            <a:r>
              <a:rPr b="1" lang="en-US" sz="2000" spc="-1" strike="noStrike">
                <a:solidFill>
                  <a:srgbClr val="292934"/>
                </a:solidFill>
                <a:latin typeface="Arial"/>
              </a:rPr>
              <a:t>Installing wget</a:t>
            </a:r>
            <a:endParaRPr b="0" lang="en-US" sz="2000" spc="-1" strike="noStrike">
              <a:latin typeface="Arial"/>
            </a:endParaRPr>
          </a:p>
          <a:p>
            <a:pPr marL="274320">
              <a:lnSpc>
                <a:spcPct val="100000"/>
              </a:lnSpc>
              <a:spcBef>
                <a:spcPts val="400"/>
              </a:spcBef>
              <a:buNone/>
              <a:tabLst>
                <a:tab algn="l" pos="0"/>
              </a:tabLst>
            </a:pPr>
            <a:r>
              <a:rPr b="1" lang="en-US" sz="2000" spc="-1" strike="noStrike">
                <a:solidFill>
                  <a:srgbClr val="292934"/>
                </a:solidFill>
                <a:latin typeface="Arial"/>
              </a:rPr>
              <a:t>	</a:t>
            </a:r>
            <a:r>
              <a:rPr b="0" lang="en-US" sz="2000" spc="-1" strike="noStrike">
                <a:solidFill>
                  <a:srgbClr val="0070c0"/>
                </a:solidFill>
                <a:latin typeface="Arial"/>
              </a:rPr>
              <a:t>sudo apt-get install wget</a:t>
            </a:r>
            <a:endParaRPr b="0" lang="en-US" sz="2000" spc="-1" strike="noStrike">
              <a:latin typeface="Arial"/>
            </a:endParaRPr>
          </a:p>
          <a:p>
            <a:pPr lvl="1" marL="457200" indent="-182880">
              <a:lnSpc>
                <a:spcPct val="100000"/>
              </a:lnSpc>
              <a:spcBef>
                <a:spcPts val="400"/>
              </a:spcBef>
              <a:buClr>
                <a:srgbClr val="93a299"/>
              </a:buClr>
              <a:buSzPct val="85000"/>
              <a:buFont typeface="Arial"/>
              <a:buChar char="•"/>
              <a:tabLst>
                <a:tab algn="l" pos="0"/>
              </a:tabLst>
            </a:pPr>
            <a:r>
              <a:rPr b="1" lang="en-US" sz="2000" spc="-1" strike="noStrike">
                <a:solidFill>
                  <a:srgbClr val="292934"/>
                </a:solidFill>
                <a:latin typeface="Arial"/>
              </a:rPr>
              <a:t>Download file with wget</a:t>
            </a:r>
            <a:endParaRPr b="0" lang="en-US" sz="2000" spc="-1" strike="noStrike">
              <a:latin typeface="Arial"/>
            </a:endParaRPr>
          </a:p>
          <a:p>
            <a:pPr marL="548640">
              <a:lnSpc>
                <a:spcPct val="100000"/>
              </a:lnSpc>
              <a:spcBef>
                <a:spcPts val="360"/>
              </a:spcBef>
              <a:buNone/>
              <a:tabLst>
                <a:tab algn="l" pos="0"/>
              </a:tabLst>
            </a:pPr>
            <a:r>
              <a:rPr b="1" lang="en-US" sz="1800" spc="-1" strike="noStrike">
                <a:solidFill>
                  <a:srgbClr val="0070c0"/>
                </a:solidFill>
                <a:latin typeface="Arial"/>
              </a:rPr>
              <a:t> </a:t>
            </a:r>
            <a:r>
              <a:rPr b="1" lang="en-US" sz="1800" spc="-1" strike="noStrike">
                <a:solidFill>
                  <a:srgbClr val="0070c0"/>
                </a:solidFill>
                <a:latin typeface="Arial"/>
              </a:rPr>
              <a:t>	</a:t>
            </a:r>
            <a:r>
              <a:rPr b="0" lang="en-US" sz="1800" spc="-1" strike="noStrike">
                <a:solidFill>
                  <a:srgbClr val="0070c0"/>
                </a:solidFill>
                <a:latin typeface="Arial"/>
              </a:rPr>
              <a:t>wget http://website.com/files/file.zip</a:t>
            </a:r>
            <a:endParaRPr b="0" lang="en-US" sz="1800" spc="-1" strike="noStrike">
              <a:latin typeface="Arial"/>
            </a:endParaRPr>
          </a:p>
          <a:p>
            <a:pPr marL="548640">
              <a:lnSpc>
                <a:spcPct val="100000"/>
              </a:lnSpc>
              <a:spcBef>
                <a:spcPts val="360"/>
              </a:spcBef>
              <a:buNone/>
              <a:tabLst>
                <a:tab algn="l" pos="0"/>
              </a:tabLst>
            </a:pPr>
            <a:r>
              <a:rPr b="1" lang="en-US" sz="1800" spc="-1" strike="noStrike">
                <a:solidFill>
                  <a:srgbClr val="0070c0"/>
                </a:solidFill>
                <a:latin typeface="Arial"/>
              </a:rPr>
              <a:t>e.g. </a:t>
            </a:r>
            <a:r>
              <a:rPr b="0" lang="en-US" sz="1800" spc="-1" strike="noStrike">
                <a:solidFill>
                  <a:srgbClr val="0070c0"/>
                </a:solidFill>
                <a:latin typeface="Arial"/>
              </a:rPr>
              <a:t>Download opencv from web</a:t>
            </a:r>
            <a:endParaRPr b="0" lang="en-US" sz="1800" spc="-1" strike="noStrike">
              <a:latin typeface="Arial"/>
            </a:endParaRPr>
          </a:p>
          <a:p>
            <a:pPr marL="548640">
              <a:lnSpc>
                <a:spcPct val="100000"/>
              </a:lnSpc>
              <a:spcBef>
                <a:spcPts val="479"/>
              </a:spcBef>
              <a:buNone/>
              <a:tabLst>
                <a:tab algn="l" pos="0"/>
              </a:tabLst>
            </a:pPr>
            <a:r>
              <a:rPr b="1" lang="en-US" sz="2400" spc="-1" strike="noStrike">
                <a:solidFill>
                  <a:srgbClr val="0070c0"/>
                </a:solidFill>
                <a:latin typeface="Arial"/>
              </a:rPr>
              <a:t>	</a:t>
            </a:r>
            <a:r>
              <a:rPr b="0" lang="en-US" sz="1600" spc="-1" strike="noStrike">
                <a:solidFill>
                  <a:srgbClr val="0070c0"/>
                </a:solidFill>
                <a:latin typeface="Arial"/>
              </a:rPr>
              <a:t>wget https://github.com/opencv/opencv/archive/3.2.0.zip -O opencv_source.zip</a:t>
            </a:r>
            <a:endParaRPr b="0" lang="en-US" sz="1600" spc="-1" strike="noStrike">
              <a:latin typeface="Arial"/>
            </a:endParaRPr>
          </a:p>
        </p:txBody>
      </p:sp>
      <p:sp>
        <p:nvSpPr>
          <p:cNvPr id="4" name="PlaceHolder 3"/>
          <p:cNvSpPr>
            <a:spLocks noGrp="1"/>
          </p:cNvSpPr>
          <p:nvPr>
            <p:ph type="sldNum" idx="5"/>
          </p:nvPr>
        </p:nvSpPr>
        <p:spPr/>
        <p:txBody>
          <a:bodyPr/>
          <a:p>
            <a:fld id="{BFA2FAD4-69C3-4833-B49A-DFCC0EEE5D80}" type="slidenum">
              <a:t>23</a:t>
            </a:fld>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p:nvPr>
        </p:nvSpPr>
        <p:spPr>
          <a:xfrm>
            <a:off x="457200" y="1600200"/>
            <a:ext cx="8228880" cy="5257080"/>
          </a:xfrm>
          <a:prstGeom prst="rect">
            <a:avLst/>
          </a:prstGeom>
          <a:noFill/>
          <a:ln w="0">
            <a:noFill/>
          </a:ln>
        </p:spPr>
        <p:txBody>
          <a:bodyPr lIns="90000" rIns="90000" tIns="45000" bIns="45000" anchor="t">
            <a:normAutofit fontScale="94000"/>
          </a:bodyPr>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Move file “bt_1” to “bai_tap” folder.</a:t>
            </a: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Open “bt_1” with Text editor</a:t>
            </a: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Type the source code for the program as follows:</a:t>
            </a: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Save as “hello.c”. </a:t>
            </a: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On Terminal, move to “bai_tap” folder and type</a:t>
            </a:r>
            <a:endParaRPr b="0" lang="en-US" sz="2400" spc="-1" strike="noStrike">
              <a:latin typeface="Arial"/>
            </a:endParaRPr>
          </a:p>
          <a:p>
            <a:pPr>
              <a:lnSpc>
                <a:spcPct val="100000"/>
              </a:lnSpc>
              <a:spcBef>
                <a:spcPts val="479"/>
              </a:spcBef>
              <a:buNone/>
              <a:tabLst>
                <a:tab algn="l" pos="0"/>
              </a:tabLst>
            </a:pPr>
            <a:r>
              <a:rPr b="0" lang="en-US" sz="2400" spc="-1" strike="noStrike">
                <a:solidFill>
                  <a:srgbClr val="292934"/>
                </a:solidFill>
                <a:latin typeface="Arial"/>
              </a:rPr>
              <a:t>	</a:t>
            </a:r>
            <a:r>
              <a:rPr b="0" lang="en-US" sz="2400" spc="-1" strike="noStrike">
                <a:solidFill>
                  <a:srgbClr val="292934"/>
                </a:solidFill>
                <a:latin typeface="Book Antiqua"/>
              </a:rPr>
              <a:t>gcc -o hello hello.c</a:t>
            </a:r>
            <a:endParaRPr b="0" lang="en-US" sz="24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0" lang="en-US" sz="2400" spc="-1" strike="noStrike">
                <a:solidFill>
                  <a:srgbClr val="292934"/>
                </a:solidFill>
                <a:latin typeface="Arial"/>
              </a:rPr>
              <a:t> </a:t>
            </a:r>
            <a:r>
              <a:rPr b="0" lang="en-US" sz="2400" spc="-1" strike="noStrike">
                <a:solidFill>
                  <a:srgbClr val="292934"/>
                </a:solidFill>
                <a:latin typeface="Arial"/>
              </a:rPr>
              <a:t>To run the program, type</a:t>
            </a:r>
            <a:endParaRPr b="0" lang="en-US" sz="2400" spc="-1" strike="noStrike">
              <a:latin typeface="Arial"/>
            </a:endParaRPr>
          </a:p>
          <a:p>
            <a:pPr>
              <a:lnSpc>
                <a:spcPct val="100000"/>
              </a:lnSpc>
              <a:spcBef>
                <a:spcPts val="479"/>
              </a:spcBef>
              <a:buNone/>
              <a:tabLst>
                <a:tab algn="l" pos="0"/>
              </a:tabLst>
            </a:pPr>
            <a:r>
              <a:rPr b="0" lang="en-US" sz="2400" spc="-1" strike="noStrike">
                <a:solidFill>
                  <a:srgbClr val="292934"/>
                </a:solidFill>
                <a:latin typeface="Arial"/>
              </a:rPr>
              <a:t>	</a:t>
            </a:r>
            <a:r>
              <a:rPr b="0" lang="en-US" sz="2400" spc="-1" strike="noStrike">
                <a:solidFill>
                  <a:srgbClr val="292934"/>
                </a:solidFill>
                <a:latin typeface="Book Antiqua"/>
              </a:rPr>
              <a:t>./hello </a:t>
            </a:r>
            <a:endParaRPr b="0" lang="en-US" sz="2400" spc="-1" strike="noStrike">
              <a:latin typeface="Arial"/>
            </a:endParaRPr>
          </a:p>
        </p:txBody>
      </p:sp>
      <p:pic>
        <p:nvPicPr>
          <p:cNvPr id="223" name="Picture 3" descr=""/>
          <p:cNvPicPr/>
          <p:nvPr/>
        </p:nvPicPr>
        <p:blipFill>
          <a:blip r:embed="rId1"/>
          <a:stretch/>
        </p:blipFill>
        <p:spPr>
          <a:xfrm>
            <a:off x="1371600" y="2831040"/>
            <a:ext cx="3199680" cy="1968840"/>
          </a:xfrm>
          <a:prstGeom prst="rect">
            <a:avLst/>
          </a:prstGeom>
          <a:ln w="0">
            <a:noFill/>
          </a:ln>
        </p:spPr>
      </p:pic>
      <p:sp>
        <p:nvSpPr>
          <p:cNvPr id="224" name="PlaceHolder 2"/>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Create your 1</a:t>
            </a:r>
            <a:r>
              <a:rPr b="0" lang="en-US" sz="4000" spc="-100" strike="noStrike" baseline="30000">
                <a:solidFill>
                  <a:srgbClr val="d2533c"/>
                </a:solidFill>
                <a:latin typeface="Arial"/>
              </a:rPr>
              <a:t>st</a:t>
            </a:r>
            <a:r>
              <a:rPr b="0" lang="en-US" sz="4000" spc="-100" strike="noStrike">
                <a:solidFill>
                  <a:srgbClr val="d2533c"/>
                </a:solidFill>
                <a:latin typeface="Arial"/>
              </a:rPr>
              <a:t> program on Linux</a:t>
            </a:r>
            <a:endParaRPr b="0" lang="en-US" sz="4000" spc="-1" strike="noStrike">
              <a:latin typeface="Arial"/>
            </a:endParaRPr>
          </a:p>
        </p:txBody>
      </p:sp>
      <p:sp>
        <p:nvSpPr>
          <p:cNvPr id="4" name="PlaceHolder 3"/>
          <p:cNvSpPr>
            <a:spLocks noGrp="1"/>
          </p:cNvSpPr>
          <p:nvPr>
            <p:ph type="sldNum" idx="5"/>
          </p:nvPr>
        </p:nvSpPr>
        <p:spPr/>
        <p:txBody>
          <a:bodyPr/>
          <a:p>
            <a:fld id="{6FF4F8CA-68A9-4854-92CE-8911AB4D93B0}" type="slidenum">
              <a:t>24</a:t>
            </a:fld>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a:t>
            </a:r>
            <a:r>
              <a:rPr b="0" lang="en-US" sz="4000" spc="-100" strike="noStrike">
                <a:solidFill>
                  <a:srgbClr val="d2533c"/>
                </a:solidFill>
                <a:latin typeface="Arial"/>
              </a:rPr>
              <a:t>Hello World” Program Explain</a:t>
            </a:r>
            <a:endParaRPr b="0" lang="en-US" sz="4000" spc="-1" strike="noStrike">
              <a:latin typeface="Arial"/>
            </a:endParaRPr>
          </a:p>
        </p:txBody>
      </p:sp>
      <p:pic>
        <p:nvPicPr>
          <p:cNvPr id="226" name="Picture 3" descr=""/>
          <p:cNvPicPr/>
          <p:nvPr/>
        </p:nvPicPr>
        <p:blipFill>
          <a:blip r:embed="rId1"/>
          <a:stretch/>
        </p:blipFill>
        <p:spPr>
          <a:xfrm>
            <a:off x="485640" y="1828800"/>
            <a:ext cx="4085640" cy="2513880"/>
          </a:xfrm>
          <a:prstGeom prst="rect">
            <a:avLst/>
          </a:prstGeom>
          <a:ln w="0">
            <a:solidFill>
              <a:srgbClr val="808080"/>
            </a:solidFill>
          </a:ln>
        </p:spPr>
      </p:pic>
      <p:sp>
        <p:nvSpPr>
          <p:cNvPr id="227" name="Rectangle 4"/>
          <p:cNvSpPr/>
          <p:nvPr/>
        </p:nvSpPr>
        <p:spPr>
          <a:xfrm>
            <a:off x="5267520" y="2209680"/>
            <a:ext cx="33354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1800" spc="-1" strike="noStrike">
                <a:solidFill>
                  <a:srgbClr val="292934"/>
                </a:solidFill>
                <a:latin typeface="Courier New"/>
                <a:ea typeface="DejaVu Sans"/>
              </a:rPr>
              <a:t>Need to include </a:t>
            </a:r>
            <a:r>
              <a:rPr b="1" lang="en-US" sz="1800" spc="-1" strike="noStrike">
                <a:solidFill>
                  <a:srgbClr val="292934"/>
                </a:solidFill>
                <a:latin typeface="Courier New"/>
                <a:ea typeface="DejaVu Sans"/>
              </a:rPr>
              <a:t>stdio.h</a:t>
            </a:r>
            <a:endParaRPr b="0" lang="en-US" sz="1800" spc="-1" strike="noStrike">
              <a:latin typeface="Arial"/>
            </a:endParaRPr>
          </a:p>
        </p:txBody>
      </p:sp>
      <p:sp>
        <p:nvSpPr>
          <p:cNvPr id="228" name="Straight Arrow Connector 6"/>
          <p:cNvSpPr/>
          <p:nvPr/>
        </p:nvSpPr>
        <p:spPr>
          <a:xfrm flipV="1">
            <a:off x="4262760" y="2393640"/>
            <a:ext cx="994320" cy="893160"/>
          </a:xfrm>
          <a:custGeom>
            <a:avLst/>
            <a:gdLst/>
            <a:ahLst/>
            <a:rect l="l" t="t" r="r" b="b"/>
            <a:pathLst>
              <a:path w="21600" h="21600">
                <a:moveTo>
                  <a:pt x="0" y="0"/>
                </a:moveTo>
                <a:lnTo>
                  <a:pt x="21600" y="21600"/>
                </a:lnTo>
              </a:path>
            </a:pathLst>
          </a:custGeom>
          <a:noFill/>
          <a:ln>
            <a:solidFill>
              <a:srgbClr val="ff0000"/>
            </a:solidFill>
            <a:round/>
            <a:tailEnd len="med" type="triangle" w="med"/>
          </a:ln>
        </p:spPr>
        <p:style>
          <a:lnRef idx="1">
            <a:schemeClr val="accent1"/>
          </a:lnRef>
          <a:fillRef idx="0">
            <a:schemeClr val="accent1"/>
          </a:fillRef>
          <a:effectRef idx="0">
            <a:schemeClr val="accent1"/>
          </a:effectRef>
          <a:fontRef idx="minor"/>
        </p:style>
      </p:sp>
      <p:sp>
        <p:nvSpPr>
          <p:cNvPr id="229" name="Rectangle 9"/>
          <p:cNvSpPr/>
          <p:nvPr/>
        </p:nvSpPr>
        <p:spPr>
          <a:xfrm>
            <a:off x="1833120" y="4343400"/>
            <a:ext cx="90612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en-US" sz="1800" spc="-1" strike="noStrike">
                <a:solidFill>
                  <a:srgbClr val="292934"/>
                </a:solidFill>
                <a:latin typeface="Arial"/>
                <a:ea typeface="DejaVu Sans"/>
              </a:rPr>
              <a:t>hello.c</a:t>
            </a:r>
            <a:endParaRPr b="0" lang="en-US" sz="1800" spc="-1" strike="noStrike">
              <a:latin typeface="Arial"/>
            </a:endParaRPr>
          </a:p>
        </p:txBody>
      </p:sp>
      <p:sp>
        <p:nvSpPr>
          <p:cNvPr id="230" name="Rectangle 10"/>
          <p:cNvSpPr/>
          <p:nvPr/>
        </p:nvSpPr>
        <p:spPr>
          <a:xfrm>
            <a:off x="4784040" y="3499560"/>
            <a:ext cx="4301640" cy="912600"/>
          </a:xfrm>
          <a:prstGeom prst="rect">
            <a:avLst/>
          </a:prstGeom>
          <a:solidFill>
            <a:srgbClr val="ffffff"/>
          </a:solidFill>
          <a:ln>
            <a:solidFill>
              <a:srgbClr val="ad8f67"/>
            </a:solidFill>
            <a:round/>
          </a:ln>
        </p:spPr>
        <p:style>
          <a:lnRef idx="2">
            <a:schemeClr val="accent2"/>
          </a:lnRef>
          <a:fillRef idx="1">
            <a:schemeClr val="lt1"/>
          </a:fillRef>
          <a:effectRef idx="0">
            <a:schemeClr val="accent2"/>
          </a:effectRef>
          <a:fontRef idx="minor"/>
        </p:style>
        <p:txBody>
          <a:bodyPr wrap="none" lIns="90000" rIns="90000" tIns="45000" bIns="45000" anchor="t">
            <a:spAutoFit/>
          </a:bodyPr>
          <a:p>
            <a:pPr>
              <a:lnSpc>
                <a:spcPct val="100000"/>
              </a:lnSpc>
              <a:buNone/>
            </a:pPr>
            <a:r>
              <a:rPr b="0" lang="en-US" sz="1800" spc="-1" strike="noStrike">
                <a:solidFill>
                  <a:srgbClr val="292934"/>
                </a:solidFill>
                <a:latin typeface="Arial"/>
                <a:ea typeface="DejaVu Sans"/>
              </a:rPr>
              <a:t>The code is compiled with GCC compiler</a:t>
            </a:r>
            <a:endParaRPr b="0" lang="en-US" sz="1800" spc="-1" strike="noStrike">
              <a:latin typeface="Arial"/>
            </a:endParaRPr>
          </a:p>
          <a:p>
            <a:pPr>
              <a:lnSpc>
                <a:spcPct val="100000"/>
              </a:lnSpc>
              <a:buNone/>
            </a:pPr>
            <a:r>
              <a:rPr b="0" lang="en-US" sz="1800" spc="-1" strike="noStrike">
                <a:solidFill>
                  <a:srgbClr val="292934"/>
                </a:solidFill>
                <a:latin typeface="Courier New"/>
                <a:ea typeface="DejaVu Sans"/>
              </a:rPr>
              <a:t>$ gcc  -o hello  hello.c</a:t>
            </a:r>
            <a:endParaRPr b="0" lang="en-US" sz="1800" spc="-1" strike="noStrike">
              <a:latin typeface="Arial"/>
            </a:endParaRPr>
          </a:p>
          <a:p>
            <a:pPr>
              <a:lnSpc>
                <a:spcPct val="100000"/>
              </a:lnSpc>
              <a:buNone/>
            </a:pPr>
            <a:r>
              <a:rPr b="0" lang="en-US" sz="1800" spc="-1" strike="noStrike">
                <a:solidFill>
                  <a:srgbClr val="292934"/>
                </a:solidFill>
                <a:latin typeface="Arial"/>
                <a:ea typeface="DejaVu Sans"/>
              </a:rPr>
              <a:t>And create a binary file named “hello”</a:t>
            </a:r>
            <a:endParaRPr b="0" lang="en-US" sz="1800" spc="-1" strike="noStrike">
              <a:latin typeface="Arial"/>
            </a:endParaRPr>
          </a:p>
        </p:txBody>
      </p:sp>
      <p:sp>
        <p:nvSpPr>
          <p:cNvPr id="231" name="Rectangle 2"/>
          <p:cNvSpPr/>
          <p:nvPr/>
        </p:nvSpPr>
        <p:spPr>
          <a:xfrm>
            <a:off x="498600" y="4923360"/>
            <a:ext cx="8187480" cy="1461240"/>
          </a:xfrm>
          <a:prstGeom prst="rect">
            <a:avLst/>
          </a:prstGeom>
          <a:solidFill>
            <a:srgbClr val="ffffff"/>
          </a:solidFill>
          <a:ln>
            <a:solidFill>
              <a:srgbClr val="ad8f67"/>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00000"/>
              </a:lnSpc>
              <a:buNone/>
            </a:pPr>
            <a:r>
              <a:rPr b="0" lang="en-US" sz="1800" spc="-1" strike="noStrike">
                <a:solidFill>
                  <a:srgbClr val="292934"/>
                </a:solidFill>
                <a:latin typeface="Arial"/>
                <a:ea typeface="DejaVu Sans"/>
              </a:rPr>
              <a:t>When we type a command on the command line, the system runs through a </a:t>
            </a:r>
            <a:r>
              <a:rPr b="0" lang="en-US" sz="1800" spc="-1" strike="noStrike">
                <a:solidFill>
                  <a:srgbClr val="00b050"/>
                </a:solidFill>
                <a:latin typeface="Arial"/>
                <a:ea typeface="DejaVu Sans"/>
              </a:rPr>
              <a:t>preset series of directories</a:t>
            </a:r>
            <a:r>
              <a:rPr b="0" lang="en-US" sz="1800" spc="-1" strike="noStrike">
                <a:solidFill>
                  <a:srgbClr val="292934"/>
                </a:solidFill>
                <a:latin typeface="Arial"/>
                <a:ea typeface="DejaVu Sans"/>
              </a:rPr>
              <a:t>, looking for the program we specified.</a:t>
            </a: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r>
              <a:rPr b="0" lang="en-US" sz="1800" spc="-1" strike="noStrike">
                <a:solidFill>
                  <a:srgbClr val="292934"/>
                </a:solidFill>
                <a:latin typeface="Arial"/>
                <a:ea typeface="DejaVu Sans"/>
              </a:rPr>
              <a:t>To override this behavior, we can provide path for the program with “</a:t>
            </a:r>
            <a:r>
              <a:rPr b="1" lang="en-US" sz="1800" spc="-1" strike="noStrike">
                <a:solidFill>
                  <a:srgbClr val="0070c0"/>
                </a:solidFill>
                <a:latin typeface="Arial"/>
                <a:ea typeface="DejaVu Sans"/>
              </a:rPr>
              <a:t>./</a:t>
            </a:r>
            <a:r>
              <a:rPr b="0" lang="en-US" sz="1800" spc="-1" strike="noStrike">
                <a:solidFill>
                  <a:srgbClr val="292934"/>
                </a:solidFill>
                <a:latin typeface="Arial"/>
                <a:ea typeface="DejaVu Sans"/>
              </a:rPr>
              <a:t>”</a:t>
            </a:r>
            <a:endParaRPr b="0" lang="en-US" sz="1800" spc="-1" strike="noStrike">
              <a:latin typeface="Arial"/>
            </a:endParaRPr>
          </a:p>
        </p:txBody>
      </p:sp>
      <p:pic>
        <p:nvPicPr>
          <p:cNvPr id="232" name="Picture 7" descr=""/>
          <p:cNvPicPr/>
          <p:nvPr/>
        </p:nvPicPr>
        <p:blipFill>
          <a:blip r:embed="rId2"/>
          <a:stretch/>
        </p:blipFill>
        <p:spPr>
          <a:xfrm>
            <a:off x="515160" y="5567760"/>
            <a:ext cx="8152560" cy="410400"/>
          </a:xfrm>
          <a:prstGeom prst="rect">
            <a:avLst/>
          </a:prstGeom>
          <a:ln w="0">
            <a:noFill/>
          </a:ln>
        </p:spPr>
      </p:pic>
      <p:sp>
        <p:nvSpPr>
          <p:cNvPr id="3" name="PlaceHolder 2"/>
          <p:cNvSpPr>
            <a:spLocks noGrp="1"/>
          </p:cNvSpPr>
          <p:nvPr>
            <p:ph type="sldNum" idx="5"/>
          </p:nvPr>
        </p:nvSpPr>
        <p:spPr/>
        <p:txBody>
          <a:bodyPr/>
          <a:p>
            <a:fld id="{B4D478DB-CB83-43D9-A344-4F04DFBEF16A}" type="slidenum">
              <a:t>25</a:t>
            </a:fld>
          </a:p>
        </p:txBody>
      </p:sp>
    </p:spTree>
  </p:cSld>
  <mc:AlternateContent>
    <mc:Choice Requires="p14">
      <p:transition spd="slow" p14:dur="2000"/>
    </mc:Choice>
    <mc:Fallback>
      <p:transition spd="slow"/>
    </mc:Fallback>
  </mc:AlternateContent>
  <p:timing>
    <p:tnLst>
      <p:par>
        <p:cTn id="49" dur="indefinite" restart="never" nodeType="tmRoot">
          <p:childTnLst>
            <p:seq>
              <p:cTn id="50" dur="indefinite" nodeType="mainSeq">
                <p:childTnLst>
                  <p:par>
                    <p:cTn id="51" fill="hold">
                      <p:stCondLst>
                        <p:cond delay="indefinite"/>
                      </p:stCondLst>
                      <p:childTnLst>
                        <p:par>
                          <p:cTn id="52" fill="hold">
                            <p:stCondLst>
                              <p:cond delay="0"/>
                            </p:stCondLst>
                            <p:childTnLst>
                              <p:par>
                                <p:cTn id="53" nodeType="clickEffect" fill="hold" presetClass="entr" presetID="1">
                                  <p:stCondLst>
                                    <p:cond delay="0"/>
                                  </p:stCondLst>
                                  <p:childTnLst>
                                    <p:set>
                                      <p:cBhvr>
                                        <p:cTn id="54" dur="1" fill="hold">
                                          <p:stCondLst>
                                            <p:cond delay="0"/>
                                          </p:stCondLst>
                                        </p:cTn>
                                        <p:tgtEl>
                                          <p:spTgt spid="228"/>
                                        </p:tgtEl>
                                        <p:attrNameLst>
                                          <p:attrName>style.visibility</p:attrName>
                                        </p:attrNameLst>
                                      </p:cBhvr>
                                      <p:to>
                                        <p:strVal val="visible"/>
                                      </p:to>
                                    </p:set>
                                  </p:childTnLst>
                                </p:cTn>
                              </p:par>
                              <p:par>
                                <p:cTn id="55" nodeType="withEffect" fill="hold" presetClass="entr" presetID="1">
                                  <p:stCondLst>
                                    <p:cond delay="0"/>
                                  </p:stCondLst>
                                  <p:childTnLst>
                                    <p:set>
                                      <p:cBhvr>
                                        <p:cTn id="56" dur="1" fill="hold">
                                          <p:stCondLst>
                                            <p:cond delay="0"/>
                                          </p:stCondLst>
                                        </p:cTn>
                                        <p:tgtEl>
                                          <p:spTgt spid="22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nodeType="clickEffect" fill="hold" presetClass="entr" presetID="1">
                                  <p:stCondLst>
                                    <p:cond delay="0"/>
                                  </p:stCondLst>
                                  <p:childTnLst>
                                    <p:set>
                                      <p:cBhvr>
                                        <p:cTn id="60" dur="1" fill="hold">
                                          <p:stCondLst>
                                            <p:cond delay="0"/>
                                          </p:stCondLst>
                                        </p:cTn>
                                        <p:tgtEl>
                                          <p:spTgt spid="23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nodeType="clickEffect" fill="hold" presetClass="entr" presetID="1">
                                  <p:stCondLst>
                                    <p:cond delay="0"/>
                                  </p:stCondLst>
                                  <p:childTnLst>
                                    <p:set>
                                      <p:cBhvr>
                                        <p:cTn id="64" dur="1" fill="hold">
                                          <p:stCondLst>
                                            <p:cond delay="0"/>
                                          </p:stCondLst>
                                        </p:cTn>
                                        <p:tgtEl>
                                          <p:spTgt spid="231"/>
                                        </p:tgtEl>
                                        <p:attrNameLst>
                                          <p:attrName>style.visibility</p:attrName>
                                        </p:attrNameLst>
                                      </p:cBhvr>
                                      <p:to>
                                        <p:strVal val="visible"/>
                                      </p:to>
                                    </p:set>
                                  </p:childTnLst>
                                </p:cTn>
                              </p:par>
                              <p:par>
                                <p:cTn id="65" nodeType="withEffect" fill="hold" presetClass="entr" presetID="1">
                                  <p:stCondLst>
                                    <p:cond delay="0"/>
                                  </p:stCondLst>
                                  <p:childTnLst>
                                    <p:set>
                                      <p:cBhvr>
                                        <p:cTn id="66" dur="1" fill="hold">
                                          <p:stCondLst>
                                            <p:cond delay="0"/>
                                          </p:stCondLst>
                                        </p:cTn>
                                        <p:tgtEl>
                                          <p:spTgt spid="2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Compile “hello” program</a:t>
            </a:r>
            <a:endParaRPr b="0" lang="en-US" sz="4000" spc="-1" strike="noStrike">
              <a:latin typeface="Arial"/>
            </a:endParaRPr>
          </a:p>
        </p:txBody>
      </p:sp>
      <p:sp>
        <p:nvSpPr>
          <p:cNvPr id="234" name="PlaceHolder 2"/>
          <p:cNvSpPr>
            <a:spLocks noGrp="1"/>
          </p:cNvSpPr>
          <p:nvPr>
            <p:ph/>
          </p:nvPr>
        </p:nvSpPr>
        <p:spPr>
          <a:xfrm>
            <a:off x="457200" y="1600200"/>
            <a:ext cx="8228880" cy="4876200"/>
          </a:xfrm>
          <a:prstGeom prst="rect">
            <a:avLst/>
          </a:prstGeom>
          <a:noFill/>
          <a:ln w="0">
            <a:noFill/>
          </a:ln>
        </p:spPr>
        <p:txBody>
          <a:bodyPr lIns="90000" rIns="90000" tIns="45000" bIns="45000" anchor="t">
            <a:noAutofit/>
          </a:bodyPr>
          <a:p>
            <a:pPr marL="182880" indent="-182880">
              <a:lnSpc>
                <a:spcPct val="100000"/>
              </a:lnSpc>
              <a:spcBef>
                <a:spcPts val="479"/>
              </a:spcBef>
              <a:buClr>
                <a:srgbClr val="93a299"/>
              </a:buClr>
              <a:buSzPct val="85000"/>
              <a:buFont typeface="Arial"/>
              <a:buChar char="•"/>
            </a:pPr>
            <a:r>
              <a:rPr b="1" lang="en-US" sz="2400" spc="-1" strike="noStrike">
                <a:solidFill>
                  <a:srgbClr val="292934"/>
                </a:solidFill>
                <a:latin typeface="Arial"/>
              </a:rPr>
              <a:t>Method 1</a:t>
            </a:r>
            <a:r>
              <a:rPr b="0" lang="en-US" sz="2400" spc="-1" strike="noStrike">
                <a:solidFill>
                  <a:srgbClr val="292934"/>
                </a:solidFill>
                <a:latin typeface="Arial"/>
              </a:rPr>
              <a:t>: type command</a:t>
            </a:r>
            <a:endParaRPr b="0" lang="en-US" sz="2400" spc="-1" strike="noStrike">
              <a:latin typeface="Arial"/>
            </a:endParaRPr>
          </a:p>
          <a:p>
            <a:pPr marL="274320">
              <a:lnSpc>
                <a:spcPct val="100000"/>
              </a:lnSpc>
              <a:spcBef>
                <a:spcPts val="400"/>
              </a:spcBef>
              <a:buNone/>
              <a:tabLst>
                <a:tab algn="l" pos="0"/>
              </a:tabLst>
            </a:pPr>
            <a:r>
              <a:rPr b="0" lang="en-US" sz="2000" spc="-1" strike="noStrike">
                <a:solidFill>
                  <a:srgbClr val="292934"/>
                </a:solidFill>
                <a:latin typeface="Courier New"/>
              </a:rPr>
              <a:t>gcc -o hello hello.c</a:t>
            </a:r>
            <a:endParaRPr b="0" lang="en-US" sz="2000" spc="-1" strike="noStrike">
              <a:latin typeface="Arial"/>
            </a:endParaRPr>
          </a:p>
          <a:p>
            <a:pPr marL="274320">
              <a:lnSpc>
                <a:spcPct val="100000"/>
              </a:lnSpc>
              <a:spcBef>
                <a:spcPts val="400"/>
              </a:spcBef>
              <a:buNone/>
              <a:tabLst>
                <a:tab algn="l" pos="0"/>
              </a:tabLst>
            </a:pPr>
            <a:r>
              <a:rPr b="0" lang="en-US" sz="2000" spc="-1" strike="noStrike">
                <a:solidFill>
                  <a:srgbClr val="292934"/>
                </a:solidFill>
                <a:latin typeface="Arial"/>
              </a:rPr>
              <a:t>Useful when compile simple program</a:t>
            </a:r>
            <a:endParaRPr b="0" lang="en-US" sz="2000" spc="-1" strike="noStrike">
              <a:latin typeface="Arial"/>
            </a:endParaRPr>
          </a:p>
          <a:p>
            <a:pPr marL="274320">
              <a:lnSpc>
                <a:spcPct val="100000"/>
              </a:lnSpc>
              <a:spcBef>
                <a:spcPts val="400"/>
              </a:spcBef>
              <a:buNone/>
              <a:tabLst>
                <a:tab algn="l" pos="0"/>
              </a:tabLst>
            </a:pPr>
            <a:endParaRPr b="0" lang="en-US" sz="20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1" lang="en-US" sz="2400" spc="-1" strike="noStrike">
                <a:solidFill>
                  <a:srgbClr val="292934"/>
                </a:solidFill>
                <a:latin typeface="Arial"/>
              </a:rPr>
              <a:t>Method 2</a:t>
            </a:r>
            <a:r>
              <a:rPr b="0" lang="en-US" sz="2400" spc="-1" strike="noStrike">
                <a:solidFill>
                  <a:srgbClr val="292934"/>
                </a:solidFill>
                <a:latin typeface="Arial"/>
              </a:rPr>
              <a:t>: Create and run a Makefile</a:t>
            </a:r>
            <a:endParaRPr b="0" lang="en-US" sz="2400" spc="-1" strike="noStrike">
              <a:latin typeface="Arial"/>
            </a:endParaRPr>
          </a:p>
          <a:p>
            <a:pPr>
              <a:lnSpc>
                <a:spcPct val="100000"/>
              </a:lnSpc>
              <a:spcBef>
                <a:spcPts val="479"/>
              </a:spcBef>
              <a:buNone/>
              <a:tabLst>
                <a:tab algn="l" pos="0"/>
              </a:tabLst>
            </a:pPr>
            <a:r>
              <a:rPr b="0" lang="en-US" sz="2400" spc="-1" strike="noStrike">
                <a:solidFill>
                  <a:srgbClr val="292934"/>
                </a:solidFill>
                <a:latin typeface="Arial"/>
              </a:rPr>
              <a:t>  </a:t>
            </a:r>
            <a:r>
              <a:rPr b="0" lang="en-US" sz="2400" spc="-1" strike="noStrike">
                <a:solidFill>
                  <a:srgbClr val="292934"/>
                </a:solidFill>
                <a:latin typeface="Arial"/>
              </a:rPr>
              <a:t>Very useful when build a program that may need various modules/source files.</a:t>
            </a:r>
            <a:endParaRPr b="0" lang="en-US" sz="2400" spc="-1" strike="noStrike">
              <a:latin typeface="Arial"/>
            </a:endParaRPr>
          </a:p>
          <a:p>
            <a:pPr>
              <a:lnSpc>
                <a:spcPct val="100000"/>
              </a:lnSpc>
              <a:spcBef>
                <a:spcPts val="479"/>
              </a:spcBef>
              <a:buNone/>
              <a:tabLst>
                <a:tab algn="l" pos="0"/>
              </a:tabLst>
            </a:pPr>
            <a:endParaRPr b="0" lang="en-US" sz="24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1" lang="en-US" sz="2400" spc="-1" strike="noStrike">
                <a:solidFill>
                  <a:srgbClr val="292934"/>
                </a:solidFill>
                <a:latin typeface="Arial"/>
              </a:rPr>
              <a:t>Method 3</a:t>
            </a:r>
            <a:r>
              <a:rPr b="0" lang="en-US" sz="2400" spc="-1" strike="noStrike">
                <a:solidFill>
                  <a:srgbClr val="292934"/>
                </a:solidFill>
                <a:latin typeface="Arial"/>
              </a:rPr>
              <a:t>: Use Cmake</a:t>
            </a:r>
            <a:endParaRPr b="0" lang="en-US" sz="2400" spc="-1" strike="noStrike">
              <a:latin typeface="Arial"/>
            </a:endParaRPr>
          </a:p>
        </p:txBody>
      </p:sp>
      <p:sp>
        <p:nvSpPr>
          <p:cNvPr id="4" name="PlaceHolder 3"/>
          <p:cNvSpPr>
            <a:spLocks noGrp="1"/>
          </p:cNvSpPr>
          <p:nvPr>
            <p:ph type="sldNum" idx="5"/>
          </p:nvPr>
        </p:nvSpPr>
        <p:spPr/>
        <p:txBody>
          <a:bodyPr/>
          <a:p>
            <a:fld id="{93DAAD5B-A8E7-4734-9F1F-91FB3AC00B55}" type="slidenum">
              <a:t>26</a:t>
            </a:fld>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Ma</a:t>
            </a:r>
            <a:r>
              <a:rPr b="0" lang="en-US" sz="4000" spc="-100" strike="noStrike">
                <a:solidFill>
                  <a:srgbClr val="d2533c"/>
                </a:solidFill>
                <a:latin typeface="Arial"/>
              </a:rPr>
              <a:t>kef</a:t>
            </a:r>
            <a:r>
              <a:rPr b="0" lang="en-US" sz="4000" spc="-100" strike="noStrike">
                <a:solidFill>
                  <a:srgbClr val="d2533c"/>
                </a:solidFill>
                <a:latin typeface="Arial"/>
              </a:rPr>
              <a:t>ile</a:t>
            </a:r>
            <a:endParaRPr b="0" lang="en-US" sz="4000" spc="-1" strike="noStrike">
              <a:latin typeface="Arial"/>
            </a:endParaRPr>
          </a:p>
        </p:txBody>
      </p:sp>
      <p:sp>
        <p:nvSpPr>
          <p:cNvPr id="236" name="PlaceHolder 2"/>
          <p:cNvSpPr>
            <a:spLocks noGrp="1"/>
          </p:cNvSpPr>
          <p:nvPr>
            <p:ph/>
          </p:nvPr>
        </p:nvSpPr>
        <p:spPr>
          <a:xfrm>
            <a:off x="457200" y="1600200"/>
            <a:ext cx="8228880" cy="4876200"/>
          </a:xfrm>
          <a:prstGeom prst="rect">
            <a:avLst/>
          </a:prstGeom>
          <a:noFill/>
          <a:ln w="0">
            <a:noFill/>
          </a:ln>
        </p:spPr>
        <p:txBody>
          <a:bodyPr lIns="90000" rIns="90000" tIns="45000" bIns="45000" anchor="t">
            <a:noAutofit/>
          </a:bodyPr>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Makefile is a program building tool which runs on Unix, Linux</a:t>
            </a: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Makefile simplify the procedure of building a program that may need various modules.</a:t>
            </a: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Makefile determine how the modules need to be compiled or recompiled together</a:t>
            </a: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For example, let’s assume we have the following source files:</a:t>
            </a:r>
            <a:endParaRPr b="0" lang="en-US" sz="2400" spc="-1" strike="noStrike">
              <a:latin typeface="Arial"/>
            </a:endParaRPr>
          </a:p>
          <a:p>
            <a:pPr lvl="2" marL="731520" indent="-182880">
              <a:lnSpc>
                <a:spcPct val="100000"/>
              </a:lnSpc>
              <a:spcBef>
                <a:spcPts val="400"/>
              </a:spcBef>
              <a:buClr>
                <a:srgbClr val="93a299"/>
              </a:buClr>
              <a:buSzPct val="90000"/>
              <a:buFont typeface="Arial"/>
              <a:buChar char="•"/>
            </a:pPr>
            <a:r>
              <a:rPr b="0" lang="en-US" sz="2000" spc="-1" strike="noStrike">
                <a:solidFill>
                  <a:srgbClr val="292934"/>
                </a:solidFill>
                <a:latin typeface="Arial"/>
              </a:rPr>
              <a:t>main.cpp</a:t>
            </a:r>
            <a:endParaRPr b="0" lang="en-US" sz="2000" spc="-1" strike="noStrike">
              <a:latin typeface="Arial"/>
            </a:endParaRPr>
          </a:p>
          <a:p>
            <a:pPr lvl="2" marL="731520" indent="-182880">
              <a:lnSpc>
                <a:spcPct val="100000"/>
              </a:lnSpc>
              <a:spcBef>
                <a:spcPts val="400"/>
              </a:spcBef>
              <a:buClr>
                <a:srgbClr val="93a299"/>
              </a:buClr>
              <a:buSzPct val="90000"/>
              <a:buFont typeface="Arial"/>
              <a:buChar char="•"/>
            </a:pPr>
            <a:r>
              <a:rPr b="0" lang="en-US" sz="2000" spc="-1" strike="noStrike">
                <a:solidFill>
                  <a:srgbClr val="292934"/>
                </a:solidFill>
                <a:latin typeface="Arial"/>
              </a:rPr>
              <a:t>hello.cpp</a:t>
            </a:r>
            <a:endParaRPr b="0" lang="en-US" sz="2000" spc="-1" strike="noStrike">
              <a:latin typeface="Arial"/>
            </a:endParaRPr>
          </a:p>
          <a:p>
            <a:pPr lvl="2" marL="731520" indent="-182880">
              <a:lnSpc>
                <a:spcPct val="100000"/>
              </a:lnSpc>
              <a:spcBef>
                <a:spcPts val="400"/>
              </a:spcBef>
              <a:buClr>
                <a:srgbClr val="93a299"/>
              </a:buClr>
              <a:buSzPct val="90000"/>
              <a:buFont typeface="Arial"/>
              <a:buChar char="•"/>
            </a:pPr>
            <a:r>
              <a:rPr b="0" lang="en-US" sz="2000" spc="-1" strike="noStrike">
                <a:solidFill>
                  <a:srgbClr val="292934"/>
                </a:solidFill>
                <a:latin typeface="Arial"/>
              </a:rPr>
              <a:t>factorial.cpp</a:t>
            </a:r>
            <a:endParaRPr b="0" lang="en-US" sz="2000" spc="-1" strike="noStrike">
              <a:latin typeface="Arial"/>
            </a:endParaRPr>
          </a:p>
          <a:p>
            <a:pPr lvl="2" marL="731520" indent="-182880">
              <a:lnSpc>
                <a:spcPct val="100000"/>
              </a:lnSpc>
              <a:spcBef>
                <a:spcPts val="400"/>
              </a:spcBef>
              <a:buClr>
                <a:srgbClr val="93a299"/>
              </a:buClr>
              <a:buSzPct val="90000"/>
              <a:buFont typeface="Arial"/>
              <a:buChar char="•"/>
            </a:pPr>
            <a:r>
              <a:rPr b="0" lang="en-US" sz="2000" spc="-1" strike="noStrike">
                <a:solidFill>
                  <a:srgbClr val="292934"/>
                </a:solidFill>
                <a:latin typeface="Arial"/>
              </a:rPr>
              <a:t>functions.h</a:t>
            </a:r>
            <a:endParaRPr b="0" lang="en-US" sz="2000" spc="-1" strike="noStrike">
              <a:latin typeface="Arial"/>
            </a:endParaRPr>
          </a:p>
          <a:p>
            <a:pPr marL="274320">
              <a:lnSpc>
                <a:spcPct val="100000"/>
              </a:lnSpc>
              <a:spcBef>
                <a:spcPts val="400"/>
              </a:spcBef>
              <a:buNone/>
              <a:tabLst>
                <a:tab algn="l" pos="0"/>
              </a:tabLst>
            </a:pPr>
            <a:endParaRPr b="0" lang="en-US" sz="2000" spc="-1" strike="noStrike">
              <a:latin typeface="Arial"/>
            </a:endParaRPr>
          </a:p>
        </p:txBody>
      </p:sp>
      <p:sp>
        <p:nvSpPr>
          <p:cNvPr id="4" name="PlaceHolder 3"/>
          <p:cNvSpPr>
            <a:spLocks noGrp="1"/>
          </p:cNvSpPr>
          <p:nvPr>
            <p:ph type="sldNum" idx="5"/>
          </p:nvPr>
        </p:nvSpPr>
        <p:spPr/>
        <p:txBody>
          <a:bodyPr/>
          <a:p>
            <a:fld id="{D98BA7E7-6368-49C8-9A77-5DB0935AE023}" type="slidenum">
              <a:t>27</a:t>
            </a:fld>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Makefile</a:t>
            </a:r>
            <a:endParaRPr b="0" lang="en-US" sz="4000" spc="-1" strike="noStrike">
              <a:latin typeface="Arial"/>
            </a:endParaRPr>
          </a:p>
        </p:txBody>
      </p:sp>
      <p:sp>
        <p:nvSpPr>
          <p:cNvPr id="238" name="PlaceHolder 2"/>
          <p:cNvSpPr>
            <a:spLocks noGrp="1"/>
          </p:cNvSpPr>
          <p:nvPr>
            <p:ph/>
          </p:nvPr>
        </p:nvSpPr>
        <p:spPr>
          <a:xfrm>
            <a:off x="457200" y="1600200"/>
            <a:ext cx="8228880" cy="4876200"/>
          </a:xfrm>
          <a:prstGeom prst="rect">
            <a:avLst/>
          </a:prstGeom>
          <a:noFill/>
          <a:ln w="0">
            <a:noFill/>
          </a:ln>
        </p:spPr>
        <p:txBody>
          <a:bodyPr lIns="90000" rIns="90000" tIns="45000" bIns="45000" anchor="t">
            <a:noAutofit/>
          </a:bodyPr>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We can compile using command:</a:t>
            </a:r>
            <a:endParaRPr b="0" lang="en-US" sz="2400" spc="-1" strike="noStrike">
              <a:latin typeface="Arial"/>
            </a:endParaRPr>
          </a:p>
          <a:p>
            <a:pPr>
              <a:lnSpc>
                <a:spcPct val="100000"/>
              </a:lnSpc>
              <a:spcBef>
                <a:spcPts val="360"/>
              </a:spcBef>
              <a:buNone/>
              <a:tabLst>
                <a:tab algn="l" pos="0"/>
              </a:tabLst>
            </a:pPr>
            <a:r>
              <a:rPr b="0" lang="en-US" sz="1800" spc="-1" strike="noStrike">
                <a:solidFill>
                  <a:srgbClr val="292934"/>
                </a:solidFill>
                <a:latin typeface="Courier New"/>
              </a:rPr>
              <a:t>  </a:t>
            </a:r>
            <a:r>
              <a:rPr b="0" lang="en-US" sz="1800" spc="-1" strike="noStrike">
                <a:solidFill>
                  <a:srgbClr val="292934"/>
                </a:solidFill>
                <a:latin typeface="Courier New"/>
              </a:rPr>
              <a:t>gcc  main.cpp hello.cpp factorial.cpp -o hello</a:t>
            </a:r>
            <a:endParaRPr b="0" lang="en-US" sz="1800" spc="-1" strike="noStrike">
              <a:latin typeface="Arial"/>
            </a:endParaRPr>
          </a:p>
          <a:p>
            <a:pPr>
              <a:lnSpc>
                <a:spcPct val="100000"/>
              </a:lnSpc>
              <a:spcBef>
                <a:spcPts val="479"/>
              </a:spcBef>
              <a:buNone/>
              <a:tabLst>
                <a:tab algn="l" pos="0"/>
              </a:tabLst>
            </a:pPr>
            <a:r>
              <a:rPr b="1" lang="en-US" sz="2400" spc="-1" strike="noStrike">
                <a:solidFill>
                  <a:srgbClr val="292934"/>
                </a:solidFill>
                <a:latin typeface="Arial"/>
              </a:rPr>
              <a:t>But</a:t>
            </a:r>
            <a:r>
              <a:rPr b="0" lang="en-US" sz="2400" spc="-1" strike="noStrike">
                <a:solidFill>
                  <a:srgbClr val="292934"/>
                </a:solidFill>
                <a:latin typeface="Arial"/>
              </a:rPr>
              <a:t> need to careful about the </a:t>
            </a:r>
            <a:r>
              <a:rPr b="0" lang="en-US" sz="2400" spc="-1" strike="noStrike">
                <a:solidFill>
                  <a:srgbClr val="0070c0"/>
                </a:solidFill>
                <a:latin typeface="Arial"/>
              </a:rPr>
              <a:t>sequence of the function calls.</a:t>
            </a:r>
            <a:endParaRPr b="0" lang="en-US" sz="2400" spc="-1" strike="noStrike">
              <a:latin typeface="Arial"/>
            </a:endParaRPr>
          </a:p>
          <a:p>
            <a:pPr>
              <a:lnSpc>
                <a:spcPct val="100000"/>
              </a:lnSpc>
              <a:spcBef>
                <a:spcPts val="479"/>
              </a:spcBef>
              <a:buNone/>
              <a:tabLst>
                <a:tab algn="l" pos="0"/>
              </a:tabLst>
            </a:pPr>
            <a:endParaRPr b="0" lang="en-US" sz="2400" spc="-1" strike="noStrike">
              <a:latin typeface="Arial"/>
            </a:endParaRPr>
          </a:p>
          <a:p>
            <a:pPr>
              <a:lnSpc>
                <a:spcPct val="100000"/>
              </a:lnSpc>
              <a:spcBef>
                <a:spcPts val="479"/>
              </a:spcBef>
              <a:buNone/>
              <a:tabLst>
                <a:tab algn="l" pos="0"/>
              </a:tabLst>
            </a:pPr>
            <a:r>
              <a:rPr b="0" lang="en-US" sz="2400" spc="-1" strike="noStrike">
                <a:solidFill>
                  <a:srgbClr val="ff0000"/>
                </a:solidFill>
                <a:latin typeface="Arial"/>
              </a:rPr>
              <a:t>What happen if we have few hundred source files?</a:t>
            </a:r>
            <a:endParaRPr b="0" lang="en-US" sz="24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0" lang="en-US" sz="2400" spc="-1" strike="noStrike">
                <a:solidFill>
                  <a:srgbClr val="292934"/>
                </a:solidFill>
                <a:latin typeface="Arial"/>
              </a:rPr>
              <a:t>Makefile:</a:t>
            </a:r>
            <a:endParaRPr b="0" lang="en-US" sz="2400" spc="-1" strike="noStrike">
              <a:latin typeface="Arial"/>
            </a:endParaRPr>
          </a:p>
          <a:p>
            <a:pPr>
              <a:lnSpc>
                <a:spcPct val="100000"/>
              </a:lnSpc>
              <a:spcBef>
                <a:spcPts val="479"/>
              </a:spcBef>
              <a:buNone/>
              <a:tabLst>
                <a:tab algn="l" pos="0"/>
              </a:tabLst>
            </a:pPr>
            <a:endParaRPr b="0" lang="en-US" sz="2400" spc="-1" strike="noStrike">
              <a:latin typeface="Arial"/>
            </a:endParaRPr>
          </a:p>
          <a:p>
            <a:pPr>
              <a:lnSpc>
                <a:spcPct val="100000"/>
              </a:lnSpc>
              <a:spcBef>
                <a:spcPts val="479"/>
              </a:spcBef>
              <a:buNone/>
              <a:tabLst>
                <a:tab algn="l" pos="0"/>
              </a:tabLst>
            </a:pPr>
            <a:endParaRPr b="0" lang="en-US" sz="2400" spc="-1" strike="noStrike">
              <a:latin typeface="Arial"/>
            </a:endParaRPr>
          </a:p>
          <a:p>
            <a:pPr>
              <a:lnSpc>
                <a:spcPct val="100000"/>
              </a:lnSpc>
              <a:spcBef>
                <a:spcPts val="479"/>
              </a:spcBef>
              <a:buNone/>
              <a:tabLst>
                <a:tab algn="l" pos="0"/>
              </a:tabLst>
            </a:pPr>
            <a:endParaRPr b="0" lang="en-US" sz="2400" spc="-1" strike="noStrike">
              <a:latin typeface="Arial"/>
            </a:endParaRPr>
          </a:p>
          <a:p>
            <a:pPr>
              <a:lnSpc>
                <a:spcPct val="100000"/>
              </a:lnSpc>
              <a:spcBef>
                <a:spcPts val="479"/>
              </a:spcBef>
              <a:buNone/>
              <a:tabLst>
                <a:tab algn="l" pos="0"/>
              </a:tabLst>
            </a:pPr>
            <a:endParaRPr b="0" lang="en-US" sz="2400" spc="-1" strike="noStrike">
              <a:latin typeface="Arial"/>
            </a:endParaRPr>
          </a:p>
        </p:txBody>
      </p:sp>
      <p:sp>
        <p:nvSpPr>
          <p:cNvPr id="239" name="Rectangle 4"/>
          <p:cNvSpPr/>
          <p:nvPr/>
        </p:nvSpPr>
        <p:spPr>
          <a:xfrm>
            <a:off x="1295280" y="4572000"/>
            <a:ext cx="6857280" cy="1735560"/>
          </a:xfrm>
          <a:prstGeom prst="rect">
            <a:avLst/>
          </a:prstGeom>
          <a:solidFill>
            <a:srgbClr val="ffffff"/>
          </a:solidFill>
          <a:ln>
            <a:solidFill>
              <a:srgbClr val="ad8f67"/>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00000"/>
              </a:lnSpc>
              <a:buNone/>
            </a:pPr>
            <a:r>
              <a:rPr b="0" lang="en-US" sz="1800" spc="-1" strike="noStrike">
                <a:solidFill>
                  <a:srgbClr val="292934"/>
                </a:solidFill>
                <a:latin typeface="Courier New"/>
                <a:ea typeface="DejaVu Sans"/>
              </a:rPr>
              <a:t>CC = gcc </a:t>
            </a:r>
            <a:endParaRPr b="0" lang="en-US" sz="1800" spc="-1" strike="noStrike">
              <a:latin typeface="Arial"/>
            </a:endParaRPr>
          </a:p>
          <a:p>
            <a:pPr>
              <a:lnSpc>
                <a:spcPct val="100000"/>
              </a:lnSpc>
              <a:buNone/>
            </a:pPr>
            <a:r>
              <a:rPr b="0" lang="en-US" sz="1800" spc="-1" strike="noStrike">
                <a:solidFill>
                  <a:srgbClr val="292934"/>
                </a:solidFill>
                <a:latin typeface="Courier New"/>
                <a:ea typeface="DejaVu Sans"/>
              </a:rPr>
              <a:t>CFLAGS = -g </a:t>
            </a:r>
            <a:endParaRPr b="0" lang="en-US" sz="1800" spc="-1" strike="noStrike">
              <a:latin typeface="Arial"/>
            </a:endParaRPr>
          </a:p>
          <a:p>
            <a:pPr>
              <a:lnSpc>
                <a:spcPct val="100000"/>
              </a:lnSpc>
              <a:buNone/>
            </a:pPr>
            <a:r>
              <a:rPr b="0" lang="en-US" sz="1800" spc="-1" strike="noStrike">
                <a:solidFill>
                  <a:srgbClr val="292934"/>
                </a:solidFill>
                <a:latin typeface="Courier New"/>
                <a:ea typeface="DejaVu Sans"/>
              </a:rPr>
              <a:t>hello: main.cpp hello.cpp factorial.cpp</a:t>
            </a:r>
            <a:endParaRPr b="0" lang="en-US" sz="1800" spc="-1" strike="noStrike">
              <a:latin typeface="Arial"/>
            </a:endParaRPr>
          </a:p>
          <a:p>
            <a:pPr>
              <a:lnSpc>
                <a:spcPct val="100000"/>
              </a:lnSpc>
              <a:buNone/>
            </a:pPr>
            <a:r>
              <a:rPr b="0" lang="en-US" sz="1800" spc="-1" strike="noStrike">
                <a:solidFill>
                  <a:srgbClr val="292934"/>
                </a:solidFill>
                <a:latin typeface="Courier New"/>
                <a:ea typeface="DejaVu Sans"/>
              </a:rPr>
              <a:t>	</a:t>
            </a:r>
            <a:r>
              <a:rPr b="0" lang="en-US" sz="1800" spc="-1" strike="noStrike">
                <a:solidFill>
                  <a:srgbClr val="292934"/>
                </a:solidFill>
                <a:latin typeface="Courier New"/>
                <a:ea typeface="DejaVu Sans"/>
              </a:rPr>
              <a:t>$(CC) $(CFLAGS) $? -o $@</a:t>
            </a:r>
            <a:endParaRPr b="0" lang="en-US" sz="1800" spc="-1" strike="noStrike">
              <a:latin typeface="Arial"/>
            </a:endParaRPr>
          </a:p>
          <a:p>
            <a:pPr>
              <a:lnSpc>
                <a:spcPct val="100000"/>
              </a:lnSpc>
              <a:buNone/>
            </a:pPr>
            <a:r>
              <a:rPr b="0" lang="en-US" sz="1800" spc="-1" strike="noStrike">
                <a:solidFill>
                  <a:srgbClr val="292934"/>
                </a:solidFill>
                <a:latin typeface="Courier New"/>
                <a:ea typeface="DejaVu Sans"/>
              </a:rPr>
              <a:t>clean: </a:t>
            </a:r>
            <a:endParaRPr b="0" lang="en-US" sz="1800" spc="-1" strike="noStrike">
              <a:latin typeface="Arial"/>
            </a:endParaRPr>
          </a:p>
          <a:p>
            <a:pPr>
              <a:lnSpc>
                <a:spcPct val="100000"/>
              </a:lnSpc>
              <a:buNone/>
            </a:pPr>
            <a:r>
              <a:rPr b="0" lang="en-US" sz="1800" spc="-1" strike="noStrike">
                <a:solidFill>
                  <a:srgbClr val="292934"/>
                </a:solidFill>
                <a:latin typeface="Courier New"/>
                <a:ea typeface="DejaVu Sans"/>
              </a:rPr>
              <a:t>	</a:t>
            </a:r>
            <a:r>
              <a:rPr b="0" lang="en-US" sz="1800" spc="-1" strike="noStrike">
                <a:solidFill>
                  <a:srgbClr val="292934"/>
                </a:solidFill>
                <a:latin typeface="Courier New"/>
                <a:ea typeface="DejaVu Sans"/>
              </a:rPr>
              <a:t>-rm *.o hello</a:t>
            </a:r>
            <a:endParaRPr b="0" lang="en-US" sz="1800" spc="-1" strike="noStrike">
              <a:latin typeface="Arial"/>
            </a:endParaRPr>
          </a:p>
        </p:txBody>
      </p:sp>
      <p:sp>
        <p:nvSpPr>
          <p:cNvPr id="4" name="PlaceHolder 3"/>
          <p:cNvSpPr>
            <a:spLocks noGrp="1"/>
          </p:cNvSpPr>
          <p:nvPr>
            <p:ph type="sldNum" idx="5"/>
          </p:nvPr>
        </p:nvSpPr>
        <p:spPr/>
        <p:txBody>
          <a:bodyPr/>
          <a:p>
            <a:fld id="{19A332A6-07FA-4B68-B7BA-13489E212E09}" type="slidenum">
              <a:t>28</a:t>
            </a:fld>
          </a:p>
        </p:txBody>
      </p:sp>
    </p:spTree>
  </p:cSld>
  <mc:AlternateContent>
    <mc:Choice Requires="p14">
      <p:transition spd="slow" p14:dur="2000"/>
    </mc:Choice>
    <mc:Fallback>
      <p:transition spd="slow"/>
    </mc:Fallback>
  </mc:AlternateContent>
  <p:timing>
    <p:tnLst>
      <p:par>
        <p:cTn id="67" dur="indefinite" restart="never" nodeType="tmRoot">
          <p:childTnLst>
            <p:seq>
              <p:cTn id="68" dur="indefinite" nodeType="mainSeq">
                <p:childTnLst>
                  <p:par>
                    <p:cTn id="69" fill="hold">
                      <p:stCondLst>
                        <p:cond delay="indefinite"/>
                      </p:stCondLst>
                      <p:childTnLst>
                        <p:par>
                          <p:cTn id="70" fill="hold">
                            <p:stCondLst>
                              <p:cond delay="0"/>
                            </p:stCondLst>
                            <p:childTnLst>
                              <p:par>
                                <p:cTn id="71" nodeType="clickEffect" fill="hold" presetClass="entr" presetID="1">
                                  <p:stCondLst>
                                    <p:cond delay="0"/>
                                  </p:stCondLst>
                                  <p:childTnLst>
                                    <p:set>
                                      <p:cBhvr>
                                        <p:cTn id="72" dur="1" fill="hold">
                                          <p:stCondLst>
                                            <p:cond delay="0"/>
                                          </p:stCondLst>
                                        </p:cTn>
                                        <p:tgtEl>
                                          <p:spTgt spid="238">
                                            <p:txEl>
                                              <p:pRg st="2" end="2"/>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nodeType="clickEffect" fill="hold" presetClass="entr" presetID="1">
                                  <p:stCondLst>
                                    <p:cond delay="0"/>
                                  </p:stCondLst>
                                  <p:childTnLst>
                                    <p:set>
                                      <p:cBhvr>
                                        <p:cTn id="76" dur="1" fill="hold">
                                          <p:stCondLst>
                                            <p:cond delay="0"/>
                                          </p:stCondLst>
                                        </p:cTn>
                                        <p:tgtEl>
                                          <p:spTgt spid="238">
                                            <p:txEl>
                                              <p:pRg st="4" end="4"/>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nodeType="clickEffect" fill="hold" presetClass="entr" presetID="1">
                                  <p:stCondLst>
                                    <p:cond delay="0"/>
                                  </p:stCondLst>
                                  <p:childTnLst>
                                    <p:set>
                                      <p:cBhvr>
                                        <p:cTn id="80" dur="1" fill="hold">
                                          <p:stCondLst>
                                            <p:cond delay="0"/>
                                          </p:stCondLst>
                                        </p:cTn>
                                        <p:tgtEl>
                                          <p:spTgt spid="238">
                                            <p:txEl>
                                              <p:pRg st="5" end="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Makefile</a:t>
            </a:r>
            <a:endParaRPr b="0" lang="en-US" sz="4000" spc="-1" strike="noStrike">
              <a:latin typeface="Arial"/>
            </a:endParaRPr>
          </a:p>
        </p:txBody>
      </p:sp>
      <p:sp>
        <p:nvSpPr>
          <p:cNvPr id="241" name="PlaceHolder 2"/>
          <p:cNvSpPr>
            <a:spLocks noGrp="1"/>
          </p:cNvSpPr>
          <p:nvPr>
            <p:ph/>
          </p:nvPr>
        </p:nvSpPr>
        <p:spPr>
          <a:xfrm>
            <a:off x="457200" y="3491640"/>
            <a:ext cx="8228880" cy="2984760"/>
          </a:xfrm>
          <a:prstGeom prst="rect">
            <a:avLst/>
          </a:prstGeom>
          <a:noFill/>
          <a:ln w="0">
            <a:noFill/>
          </a:ln>
        </p:spPr>
        <p:txBody>
          <a:bodyPr lIns="90000" rIns="90000" tIns="45000" bIns="45000" anchor="t">
            <a:normAutofit fontScale="95000"/>
          </a:bodyPr>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Structure of target:</a:t>
            </a:r>
            <a:endParaRPr b="0" lang="en-US" sz="2400" spc="-1" strike="noStrike">
              <a:latin typeface="Arial"/>
            </a:endParaRPr>
          </a:p>
          <a:p>
            <a:pPr>
              <a:lnSpc>
                <a:spcPct val="100000"/>
              </a:lnSpc>
              <a:spcBef>
                <a:spcPts val="479"/>
              </a:spcBef>
              <a:buNone/>
              <a:tabLst>
                <a:tab algn="l" pos="0"/>
              </a:tabLst>
            </a:pPr>
            <a:r>
              <a:rPr b="0" lang="en-US" sz="2400" spc="-1" strike="noStrike">
                <a:solidFill>
                  <a:srgbClr val="292934"/>
                </a:solidFill>
                <a:latin typeface="Arial"/>
              </a:rPr>
              <a:t>	</a:t>
            </a:r>
            <a:r>
              <a:rPr b="0" i="1" lang="en-US" sz="2400" spc="-1" strike="noStrike">
                <a:solidFill>
                  <a:srgbClr val="0070c0"/>
                </a:solidFill>
                <a:latin typeface="Arial"/>
              </a:rPr>
              <a:t>target</a:t>
            </a:r>
            <a:r>
              <a:rPr b="0" lang="en-US" sz="2400" spc="-1" strike="noStrike">
                <a:solidFill>
                  <a:srgbClr val="292934"/>
                </a:solidFill>
                <a:latin typeface="Arial"/>
              </a:rPr>
              <a:t>: </a:t>
            </a:r>
            <a:r>
              <a:rPr b="0" i="1" lang="en-US" sz="2400" spc="-1" strike="noStrike">
                <a:solidFill>
                  <a:srgbClr val="866c49"/>
                </a:solidFill>
                <a:latin typeface="Arial"/>
              </a:rPr>
              <a:t>dependencies</a:t>
            </a:r>
            <a:endParaRPr b="0" lang="en-US" sz="24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0" lang="en-US" sz="2400" spc="-1" strike="noStrike">
                <a:solidFill>
                  <a:srgbClr val="292934"/>
                </a:solidFill>
                <a:latin typeface="Arial"/>
              </a:rPr>
              <a:t>Action lines should </a:t>
            </a:r>
            <a:r>
              <a:rPr b="1" lang="en-US" sz="2400" spc="-1" strike="noStrike">
                <a:solidFill>
                  <a:srgbClr val="292934"/>
                </a:solidFill>
                <a:latin typeface="Arial"/>
              </a:rPr>
              <a:t>start after a tab</a:t>
            </a:r>
            <a:endParaRPr b="0" lang="en-US" sz="24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0" lang="en-US" sz="2400" spc="-1" strike="noStrike">
                <a:solidFill>
                  <a:srgbClr val="292934"/>
                </a:solidFill>
                <a:latin typeface="Arial"/>
              </a:rPr>
              <a:t>CC, CFLAGS: Macro, need to predefine</a:t>
            </a:r>
            <a:endParaRPr b="0" lang="en-US" sz="2400" spc="-1" strike="noStrike">
              <a:latin typeface="Arial"/>
            </a:endParaRPr>
          </a:p>
          <a:p>
            <a:pPr lvl="1" marL="457200" indent="-182880">
              <a:lnSpc>
                <a:spcPct val="100000"/>
              </a:lnSpc>
              <a:spcBef>
                <a:spcPts val="400"/>
              </a:spcBef>
              <a:buClr>
                <a:srgbClr val="93a299"/>
              </a:buClr>
              <a:buSzPct val="85000"/>
              <a:buFont typeface="Arial"/>
              <a:buChar char="•"/>
              <a:tabLst>
                <a:tab algn="l" pos="0"/>
              </a:tabLst>
            </a:pPr>
            <a:r>
              <a:rPr b="0" lang="en-US" sz="2000" spc="-1" strike="noStrike">
                <a:solidFill>
                  <a:srgbClr val="292934"/>
                </a:solidFill>
                <a:latin typeface="Arial"/>
              </a:rPr>
              <a:t>E.g.    </a:t>
            </a:r>
            <a:r>
              <a:rPr b="0" lang="en-US" sz="1800" spc="-1" strike="noStrike">
                <a:solidFill>
                  <a:srgbClr val="292934"/>
                </a:solidFill>
                <a:latin typeface="Courier New"/>
              </a:rPr>
              <a:t>CC = gcc  </a:t>
            </a:r>
            <a:r>
              <a:rPr b="0" lang="en-US" sz="1800" spc="-1" strike="noStrike">
                <a:solidFill>
                  <a:srgbClr val="0070c0"/>
                </a:solidFill>
                <a:latin typeface="Arial"/>
              </a:rPr>
              <a:t>Program for compiling C programs</a:t>
            </a:r>
            <a:endParaRPr b="0" lang="en-US" sz="1800" spc="-1" strike="noStrike">
              <a:latin typeface="Arial"/>
            </a:endParaRPr>
          </a:p>
          <a:p>
            <a:pPr marL="274320">
              <a:lnSpc>
                <a:spcPct val="100000"/>
              </a:lnSpc>
              <a:spcBef>
                <a:spcPts val="360"/>
              </a:spcBef>
              <a:buNone/>
              <a:tabLst>
                <a:tab algn="l" pos="0"/>
              </a:tabLst>
            </a:pPr>
            <a:r>
              <a:rPr b="0" lang="en-US" sz="1800" spc="-1" strike="noStrike">
                <a:solidFill>
                  <a:srgbClr val="292934"/>
                </a:solidFill>
                <a:latin typeface="Courier New"/>
              </a:rPr>
              <a:t>       </a:t>
            </a:r>
            <a:r>
              <a:rPr b="0" lang="en-US" sz="1800" spc="-1" strike="noStrike">
                <a:solidFill>
                  <a:srgbClr val="292934"/>
                </a:solidFill>
                <a:latin typeface="Courier New"/>
              </a:rPr>
              <a:t>CFLAGS = -g         </a:t>
            </a:r>
            <a:r>
              <a:rPr b="0" lang="en-US" sz="1800" spc="-1" strike="noStrike">
                <a:solidFill>
                  <a:srgbClr val="0070c0"/>
                </a:solidFill>
                <a:latin typeface="Arial"/>
              </a:rPr>
              <a:t>Extra flags to give to the C compiler</a:t>
            </a:r>
            <a:endParaRPr b="0" lang="en-US" sz="1800" spc="-1" strike="noStrike">
              <a:latin typeface="Arial"/>
            </a:endParaRPr>
          </a:p>
          <a:p>
            <a:pPr marL="274320">
              <a:lnSpc>
                <a:spcPct val="100000"/>
              </a:lnSpc>
              <a:spcBef>
                <a:spcPts val="400"/>
              </a:spcBef>
              <a:buNone/>
              <a:tabLst>
                <a:tab algn="l" pos="0"/>
              </a:tabLst>
            </a:pPr>
            <a:r>
              <a:rPr b="0" lang="en-US" sz="2000" spc="-1" strike="noStrike">
                <a:solidFill>
                  <a:srgbClr val="292934"/>
                </a:solidFill>
                <a:latin typeface="Courier New"/>
              </a:rPr>
              <a:t>      </a:t>
            </a:r>
            <a:r>
              <a:rPr b="0" lang="en-US" sz="1800" spc="-1" strike="noStrike">
                <a:solidFill>
                  <a:srgbClr val="292934"/>
                </a:solidFill>
                <a:latin typeface="Courier New"/>
              </a:rPr>
              <a:t>LDFLAGS = -lGL      </a:t>
            </a:r>
            <a:r>
              <a:rPr b="0" lang="en-US" sz="1800" spc="-1" strike="noStrike">
                <a:solidFill>
                  <a:srgbClr val="0070c0"/>
                </a:solidFill>
                <a:latin typeface="Arial"/>
              </a:rPr>
              <a:t>Extra flags to give to compiler when they      </a:t>
            </a:r>
            <a:endParaRPr b="0" lang="en-US" sz="1800" spc="-1" strike="noStrike">
              <a:latin typeface="Arial"/>
            </a:endParaRPr>
          </a:p>
          <a:p>
            <a:pPr marL="274320">
              <a:lnSpc>
                <a:spcPct val="100000"/>
              </a:lnSpc>
              <a:spcBef>
                <a:spcPts val="360"/>
              </a:spcBef>
              <a:buNone/>
              <a:tabLst>
                <a:tab algn="l" pos="0"/>
              </a:tabLst>
            </a:pPr>
            <a:r>
              <a:rPr b="0" lang="en-US" sz="1800" spc="-1" strike="noStrike">
                <a:solidFill>
                  <a:srgbClr val="0070c0"/>
                </a:solidFill>
                <a:latin typeface="Arial"/>
              </a:rPr>
              <a:t>                                                        </a:t>
            </a:r>
            <a:r>
              <a:rPr b="0" lang="en-US" sz="1800" spc="-1" strike="noStrike">
                <a:solidFill>
                  <a:srgbClr val="0070c0"/>
                </a:solidFill>
                <a:latin typeface="Arial"/>
              </a:rPr>
              <a:t>are  supposed to invoke the linker</a:t>
            </a:r>
            <a:endParaRPr b="0" lang="en-US" sz="1800" spc="-1" strike="noStrike">
              <a:latin typeface="Arial"/>
            </a:endParaRPr>
          </a:p>
          <a:p>
            <a:pPr marL="274320">
              <a:lnSpc>
                <a:spcPct val="100000"/>
              </a:lnSpc>
              <a:spcBef>
                <a:spcPts val="400"/>
              </a:spcBef>
              <a:buNone/>
              <a:tabLst>
                <a:tab algn="l" pos="0"/>
              </a:tabLst>
            </a:pPr>
            <a:endParaRPr b="0" lang="en-US" sz="2000" spc="-1" strike="noStrike">
              <a:latin typeface="Arial"/>
            </a:endParaRPr>
          </a:p>
          <a:p>
            <a:pPr marL="274320">
              <a:lnSpc>
                <a:spcPct val="100000"/>
              </a:lnSpc>
              <a:spcBef>
                <a:spcPts val="400"/>
              </a:spcBef>
              <a:buNone/>
              <a:tabLst>
                <a:tab algn="l" pos="0"/>
              </a:tabLst>
            </a:pPr>
            <a:endParaRPr b="0" lang="en-US" sz="2000" spc="-1" strike="noStrike">
              <a:latin typeface="Arial"/>
            </a:endParaRPr>
          </a:p>
          <a:p>
            <a:pPr marL="274320">
              <a:lnSpc>
                <a:spcPct val="100000"/>
              </a:lnSpc>
              <a:spcBef>
                <a:spcPts val="479"/>
              </a:spcBef>
              <a:buNone/>
              <a:tabLst>
                <a:tab algn="l" pos="0"/>
              </a:tabLst>
            </a:pPr>
            <a:endParaRPr b="0" lang="en-US" sz="2400" spc="-1" strike="noStrike">
              <a:latin typeface="Arial"/>
            </a:endParaRPr>
          </a:p>
        </p:txBody>
      </p:sp>
      <p:sp>
        <p:nvSpPr>
          <p:cNvPr id="242" name="Rectangle 11"/>
          <p:cNvSpPr/>
          <p:nvPr/>
        </p:nvSpPr>
        <p:spPr>
          <a:xfrm>
            <a:off x="1523880" y="1542960"/>
            <a:ext cx="6857280" cy="1735560"/>
          </a:xfrm>
          <a:prstGeom prst="rect">
            <a:avLst/>
          </a:prstGeom>
          <a:solidFill>
            <a:srgbClr val="ffffff"/>
          </a:solidFill>
          <a:ln>
            <a:solidFill>
              <a:srgbClr val="ad8f67"/>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00000"/>
              </a:lnSpc>
              <a:buNone/>
            </a:pPr>
            <a:r>
              <a:rPr b="0" lang="en-US" sz="1800" spc="-1" strike="noStrike">
                <a:solidFill>
                  <a:srgbClr val="292934"/>
                </a:solidFill>
                <a:latin typeface="Courier New"/>
                <a:ea typeface="DejaVu Sans"/>
              </a:rPr>
              <a:t>CC = gcc </a:t>
            </a:r>
            <a:endParaRPr b="0" lang="en-US" sz="1800" spc="-1" strike="noStrike">
              <a:latin typeface="Arial"/>
            </a:endParaRPr>
          </a:p>
          <a:p>
            <a:pPr>
              <a:lnSpc>
                <a:spcPct val="100000"/>
              </a:lnSpc>
              <a:buNone/>
            </a:pPr>
            <a:r>
              <a:rPr b="0" lang="en-US" sz="1800" spc="-1" strike="noStrike">
                <a:solidFill>
                  <a:srgbClr val="292934"/>
                </a:solidFill>
                <a:latin typeface="Courier New"/>
                <a:ea typeface="DejaVu Sans"/>
              </a:rPr>
              <a:t>CFLAGS = -g </a:t>
            </a:r>
            <a:endParaRPr b="0" lang="en-US" sz="1800" spc="-1" strike="noStrike">
              <a:latin typeface="Arial"/>
            </a:endParaRPr>
          </a:p>
          <a:p>
            <a:pPr>
              <a:lnSpc>
                <a:spcPct val="100000"/>
              </a:lnSpc>
              <a:buNone/>
            </a:pPr>
            <a:r>
              <a:rPr b="0" lang="en-US" sz="1800" spc="-1" strike="noStrike">
                <a:solidFill>
                  <a:srgbClr val="292934"/>
                </a:solidFill>
                <a:latin typeface="Courier New"/>
                <a:ea typeface="DejaVu Sans"/>
              </a:rPr>
              <a:t>hello: main.cpp hello.cpp factorial.cpp</a:t>
            </a:r>
            <a:endParaRPr b="0" lang="en-US" sz="1800" spc="-1" strike="noStrike">
              <a:latin typeface="Arial"/>
            </a:endParaRPr>
          </a:p>
          <a:p>
            <a:pPr>
              <a:lnSpc>
                <a:spcPct val="100000"/>
              </a:lnSpc>
              <a:buNone/>
            </a:pPr>
            <a:r>
              <a:rPr b="0" lang="en-US" sz="1800" spc="-1" strike="noStrike">
                <a:solidFill>
                  <a:srgbClr val="292934"/>
                </a:solidFill>
                <a:latin typeface="Courier New"/>
                <a:ea typeface="DejaVu Sans"/>
              </a:rPr>
              <a:t>	</a:t>
            </a:r>
            <a:r>
              <a:rPr b="0" lang="en-US" sz="1800" spc="-1" strike="noStrike">
                <a:solidFill>
                  <a:srgbClr val="292934"/>
                </a:solidFill>
                <a:latin typeface="Courier New"/>
                <a:ea typeface="DejaVu Sans"/>
              </a:rPr>
              <a:t>$(CC) $(CFLAGS) $? -o $@</a:t>
            </a:r>
            <a:endParaRPr b="0" lang="en-US" sz="1800" spc="-1" strike="noStrike">
              <a:latin typeface="Arial"/>
            </a:endParaRPr>
          </a:p>
          <a:p>
            <a:pPr>
              <a:lnSpc>
                <a:spcPct val="100000"/>
              </a:lnSpc>
              <a:buNone/>
            </a:pPr>
            <a:r>
              <a:rPr b="0" lang="en-US" sz="1800" spc="-1" strike="noStrike">
                <a:solidFill>
                  <a:srgbClr val="292934"/>
                </a:solidFill>
                <a:latin typeface="Courier New"/>
                <a:ea typeface="DejaVu Sans"/>
              </a:rPr>
              <a:t>clean: </a:t>
            </a:r>
            <a:endParaRPr b="0" lang="en-US" sz="1800" spc="-1" strike="noStrike">
              <a:latin typeface="Arial"/>
            </a:endParaRPr>
          </a:p>
          <a:p>
            <a:pPr>
              <a:lnSpc>
                <a:spcPct val="100000"/>
              </a:lnSpc>
              <a:buNone/>
            </a:pPr>
            <a:r>
              <a:rPr b="0" lang="en-US" sz="1800" spc="-1" strike="noStrike">
                <a:solidFill>
                  <a:srgbClr val="292934"/>
                </a:solidFill>
                <a:latin typeface="Courier New"/>
                <a:ea typeface="DejaVu Sans"/>
              </a:rPr>
              <a:t>	</a:t>
            </a:r>
            <a:r>
              <a:rPr b="0" lang="en-US" sz="1800" spc="-1" strike="noStrike">
                <a:solidFill>
                  <a:srgbClr val="292934"/>
                </a:solidFill>
                <a:latin typeface="Courier New"/>
                <a:ea typeface="DejaVu Sans"/>
              </a:rPr>
              <a:t>rm *.o hello</a:t>
            </a:r>
            <a:endParaRPr b="0" lang="en-US" sz="1800" spc="-1" strike="noStrike">
              <a:latin typeface="Arial"/>
            </a:endParaRPr>
          </a:p>
        </p:txBody>
      </p:sp>
      <p:sp>
        <p:nvSpPr>
          <p:cNvPr id="243" name="Rectangle 5"/>
          <p:cNvSpPr/>
          <p:nvPr/>
        </p:nvSpPr>
        <p:spPr>
          <a:xfrm>
            <a:off x="536040" y="2331720"/>
            <a:ext cx="98244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en-US" sz="1800" spc="-1" strike="noStrike">
                <a:solidFill>
                  <a:srgbClr val="866c49"/>
                </a:solidFill>
                <a:latin typeface="Arial"/>
                <a:ea typeface="DejaVu Sans"/>
              </a:rPr>
              <a:t>action  </a:t>
            </a:r>
            <a:endParaRPr b="0" lang="en-US" sz="1800" spc="-1" strike="noStrike">
              <a:latin typeface="Arial"/>
            </a:endParaRPr>
          </a:p>
        </p:txBody>
      </p:sp>
      <p:sp>
        <p:nvSpPr>
          <p:cNvPr id="244" name="Straight Arrow Connector 7"/>
          <p:cNvSpPr/>
          <p:nvPr/>
        </p:nvSpPr>
        <p:spPr>
          <a:xfrm flipV="1">
            <a:off x="1371600" y="2524680"/>
            <a:ext cx="913680" cy="360"/>
          </a:xfrm>
          <a:custGeom>
            <a:avLst/>
            <a:gdLst/>
            <a:ahLst/>
            <a:rect l="l" t="t" r="r" b="b"/>
            <a:pathLst>
              <a:path w="21600" h="21600">
                <a:moveTo>
                  <a:pt x="0" y="0"/>
                </a:moveTo>
                <a:lnTo>
                  <a:pt x="21600" y="21600"/>
                </a:lnTo>
              </a:path>
            </a:pathLst>
          </a:custGeom>
          <a:noFill/>
          <a:ln w="28575">
            <a:solidFill>
              <a:srgbClr val="866c49"/>
            </a:solidFill>
            <a:round/>
            <a:tailEnd len="med" type="triangle" w="med"/>
          </a:ln>
        </p:spPr>
        <p:style>
          <a:lnRef idx="1">
            <a:schemeClr val="accent1"/>
          </a:lnRef>
          <a:fillRef idx="0">
            <a:schemeClr val="accent1"/>
          </a:fillRef>
          <a:effectRef idx="0">
            <a:schemeClr val="accent1"/>
          </a:effectRef>
          <a:fontRef idx="minor"/>
        </p:style>
      </p:sp>
      <p:sp>
        <p:nvSpPr>
          <p:cNvPr id="245" name="Rectangle 8"/>
          <p:cNvSpPr/>
          <p:nvPr/>
        </p:nvSpPr>
        <p:spPr>
          <a:xfrm>
            <a:off x="233640" y="2094120"/>
            <a:ext cx="81468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en-US" sz="1800" spc="-1" strike="noStrike">
                <a:solidFill>
                  <a:srgbClr val="ff0000"/>
                </a:solidFill>
                <a:latin typeface="Arial"/>
                <a:ea typeface="DejaVu Sans"/>
              </a:rPr>
              <a:t>target</a:t>
            </a:r>
            <a:endParaRPr b="0" lang="en-US" sz="1800" spc="-1" strike="noStrike">
              <a:latin typeface="Arial"/>
            </a:endParaRPr>
          </a:p>
        </p:txBody>
      </p:sp>
      <p:sp>
        <p:nvSpPr>
          <p:cNvPr id="246" name="Straight Arrow Connector 9"/>
          <p:cNvSpPr/>
          <p:nvPr/>
        </p:nvSpPr>
        <p:spPr>
          <a:xfrm flipV="1">
            <a:off x="1055160" y="2287080"/>
            <a:ext cx="530640" cy="360"/>
          </a:xfrm>
          <a:custGeom>
            <a:avLst/>
            <a:gdLst/>
            <a:ahLst/>
            <a:rect l="l" t="t" r="r" b="b"/>
            <a:pathLst>
              <a:path w="21600" h="21600">
                <a:moveTo>
                  <a:pt x="0" y="0"/>
                </a:moveTo>
                <a:lnTo>
                  <a:pt x="21600" y="21600"/>
                </a:lnTo>
              </a:path>
            </a:pathLst>
          </a:custGeom>
          <a:noFill/>
          <a:ln w="28575">
            <a:solidFill>
              <a:srgbClr val="ff0000"/>
            </a:solidFill>
            <a:round/>
            <a:tailEnd len="med" type="triangle" w="med"/>
          </a:ln>
        </p:spPr>
        <p:style>
          <a:lnRef idx="1">
            <a:schemeClr val="accent1"/>
          </a:lnRef>
          <a:fillRef idx="0">
            <a:schemeClr val="accent1"/>
          </a:fillRef>
          <a:effectRef idx="0">
            <a:schemeClr val="accent1"/>
          </a:effectRef>
          <a:fontRef idx="minor"/>
        </p:style>
      </p:sp>
      <p:sp>
        <p:nvSpPr>
          <p:cNvPr id="247" name="Rectangle 12"/>
          <p:cNvSpPr/>
          <p:nvPr/>
        </p:nvSpPr>
        <p:spPr>
          <a:xfrm>
            <a:off x="769680" y="6349320"/>
            <a:ext cx="7535160" cy="5763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600" spc="-1" strike="noStrike">
                <a:solidFill>
                  <a:srgbClr val="0070c0"/>
                </a:solidFill>
                <a:latin typeface="Arial"/>
                <a:ea typeface="DejaVu Sans"/>
              </a:rPr>
              <a:t>Refer to this link for more detail on macro</a:t>
            </a:r>
            <a:endParaRPr b="0" lang="en-US" sz="1600" spc="-1" strike="noStrike">
              <a:latin typeface="Arial"/>
            </a:endParaRPr>
          </a:p>
          <a:p>
            <a:pPr>
              <a:lnSpc>
                <a:spcPct val="100000"/>
              </a:lnSpc>
              <a:buNone/>
            </a:pPr>
            <a:r>
              <a:rPr b="0" i="1" lang="en-US" sz="1600" spc="-1" strike="noStrike">
                <a:solidFill>
                  <a:srgbClr val="0070c0"/>
                </a:solidFill>
                <a:latin typeface="Arial"/>
                <a:ea typeface="DejaVu Sans"/>
              </a:rPr>
              <a:t>https://www.tutorialspoint.com/makefile/makefile_macros.htm</a:t>
            </a:r>
            <a:endParaRPr b="0" lang="en-US" sz="1600" spc="-1" strike="noStrike">
              <a:latin typeface="Arial"/>
            </a:endParaRPr>
          </a:p>
        </p:txBody>
      </p:sp>
      <p:sp>
        <p:nvSpPr>
          <p:cNvPr id="4" name="PlaceHolder 3"/>
          <p:cNvSpPr>
            <a:spLocks noGrp="1"/>
          </p:cNvSpPr>
          <p:nvPr>
            <p:ph type="sldNum" idx="5"/>
          </p:nvPr>
        </p:nvSpPr>
        <p:spPr/>
        <p:txBody>
          <a:bodyPr/>
          <a:p>
            <a:fld id="{CEB5943F-F246-42B9-B3A9-77B6195A9B81}" type="slidenum">
              <a:t>29</a:t>
            </a:fld>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Makefile</a:t>
            </a:r>
            <a:endParaRPr b="0" lang="en-US" sz="4000" spc="-1" strike="noStrike">
              <a:latin typeface="Arial"/>
            </a:endParaRPr>
          </a:p>
        </p:txBody>
      </p:sp>
      <p:sp>
        <p:nvSpPr>
          <p:cNvPr id="249" name="PlaceHolder 2"/>
          <p:cNvSpPr>
            <a:spLocks noGrp="1"/>
          </p:cNvSpPr>
          <p:nvPr>
            <p:ph/>
          </p:nvPr>
        </p:nvSpPr>
        <p:spPr>
          <a:xfrm>
            <a:off x="457200" y="3446640"/>
            <a:ext cx="8228880" cy="3029760"/>
          </a:xfrm>
          <a:prstGeom prst="rect">
            <a:avLst/>
          </a:prstGeom>
          <a:noFill/>
          <a:ln w="0">
            <a:noFill/>
          </a:ln>
        </p:spPr>
        <p:txBody>
          <a:bodyPr lIns="90000" rIns="90000" tIns="45000" bIns="45000" anchor="t">
            <a:normAutofit/>
          </a:bodyPr>
          <a:p>
            <a:pPr marL="182880" indent="-182880">
              <a:lnSpc>
                <a:spcPct val="100000"/>
              </a:lnSpc>
              <a:spcBef>
                <a:spcPts val="400"/>
              </a:spcBef>
              <a:buClr>
                <a:srgbClr val="93a299"/>
              </a:buClr>
              <a:buSzPct val="85000"/>
              <a:buFont typeface="Arial"/>
              <a:buChar char="•"/>
            </a:pPr>
            <a:r>
              <a:rPr b="0" lang="en-US" sz="2000" spc="-1" strike="noStrike">
                <a:solidFill>
                  <a:srgbClr val="292934"/>
                </a:solidFill>
                <a:latin typeface="Arial"/>
              </a:rPr>
              <a:t>$@ : is the name of the file to be made.</a:t>
            </a:r>
            <a:endParaRPr b="0" lang="en-US" sz="2000" spc="-1" strike="noStrike">
              <a:latin typeface="Arial"/>
            </a:endParaRPr>
          </a:p>
          <a:p>
            <a:pPr marL="182880" indent="-182880">
              <a:lnSpc>
                <a:spcPct val="100000"/>
              </a:lnSpc>
              <a:spcBef>
                <a:spcPts val="400"/>
              </a:spcBef>
              <a:buClr>
                <a:srgbClr val="93a299"/>
              </a:buClr>
              <a:buSzPct val="85000"/>
              <a:buFont typeface="Arial"/>
              <a:buChar char="•"/>
            </a:pPr>
            <a:r>
              <a:rPr b="0" lang="en-US" sz="2000" spc="-1" strike="noStrike">
                <a:solidFill>
                  <a:srgbClr val="292934"/>
                </a:solidFill>
                <a:latin typeface="Arial"/>
              </a:rPr>
              <a:t>$?   : is the names of the changed source files</a:t>
            </a:r>
            <a:endParaRPr b="0" lang="en-US" sz="2000" spc="-1" strike="noStrike">
              <a:latin typeface="Arial"/>
            </a:endParaRPr>
          </a:p>
          <a:p>
            <a:pPr>
              <a:lnSpc>
                <a:spcPct val="100000"/>
              </a:lnSpc>
              <a:spcBef>
                <a:spcPts val="479"/>
              </a:spcBef>
              <a:buNone/>
            </a:pP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Run the makefile by command: </a:t>
            </a:r>
            <a:r>
              <a:rPr b="1" lang="en-US" sz="2400" spc="-1" strike="noStrike">
                <a:solidFill>
                  <a:srgbClr val="0070c0"/>
                </a:solidFill>
                <a:latin typeface="Arial"/>
              </a:rPr>
              <a:t>make </a:t>
            </a:r>
            <a:r>
              <a:rPr b="0" lang="en-US" sz="2400" spc="-1" strike="noStrike">
                <a:solidFill>
                  <a:srgbClr val="292934"/>
                </a:solidFill>
                <a:latin typeface="Arial"/>
              </a:rPr>
              <a:t>or</a:t>
            </a:r>
            <a:r>
              <a:rPr b="1" lang="en-US" sz="2400" spc="-1" strike="noStrike">
                <a:solidFill>
                  <a:srgbClr val="0070c0"/>
                </a:solidFill>
                <a:latin typeface="Arial"/>
              </a:rPr>
              <a:t> make hello</a:t>
            </a: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Clear target: determine what will be done when command        </a:t>
            </a:r>
            <a:r>
              <a:rPr b="1" lang="en-US" sz="2400" spc="-1" strike="noStrike">
                <a:solidFill>
                  <a:srgbClr val="0070c0"/>
                </a:solidFill>
                <a:latin typeface="Arial"/>
              </a:rPr>
              <a:t>make clean</a:t>
            </a:r>
            <a:r>
              <a:rPr b="0" lang="en-US" sz="2400" spc="-1" strike="noStrike">
                <a:solidFill>
                  <a:srgbClr val="292934"/>
                </a:solidFill>
                <a:latin typeface="Arial"/>
              </a:rPr>
              <a:t> is called</a:t>
            </a:r>
            <a:endParaRPr b="0" lang="en-US" sz="2400" spc="-1" strike="noStrike">
              <a:latin typeface="Arial"/>
            </a:endParaRPr>
          </a:p>
          <a:p>
            <a:pPr>
              <a:lnSpc>
                <a:spcPct val="100000"/>
              </a:lnSpc>
              <a:spcBef>
                <a:spcPts val="479"/>
              </a:spcBef>
              <a:buNone/>
            </a:pPr>
            <a:endParaRPr b="0" lang="en-US" sz="2400" spc="-1" strike="noStrike">
              <a:latin typeface="Arial"/>
            </a:endParaRPr>
          </a:p>
        </p:txBody>
      </p:sp>
      <p:sp>
        <p:nvSpPr>
          <p:cNvPr id="250" name="Rectangle 11"/>
          <p:cNvSpPr/>
          <p:nvPr/>
        </p:nvSpPr>
        <p:spPr>
          <a:xfrm>
            <a:off x="1523880" y="1542960"/>
            <a:ext cx="6857280" cy="1735560"/>
          </a:xfrm>
          <a:prstGeom prst="rect">
            <a:avLst/>
          </a:prstGeom>
          <a:solidFill>
            <a:srgbClr val="ffffff"/>
          </a:solidFill>
          <a:ln>
            <a:solidFill>
              <a:srgbClr val="ad8f67"/>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00000"/>
              </a:lnSpc>
              <a:buNone/>
            </a:pPr>
            <a:r>
              <a:rPr b="0" lang="en-US" sz="1800" spc="-1" strike="noStrike">
                <a:solidFill>
                  <a:srgbClr val="292934"/>
                </a:solidFill>
                <a:latin typeface="Courier New"/>
                <a:ea typeface="DejaVu Sans"/>
              </a:rPr>
              <a:t>CC = gcc </a:t>
            </a:r>
            <a:endParaRPr b="0" lang="en-US" sz="1800" spc="-1" strike="noStrike">
              <a:latin typeface="Arial"/>
            </a:endParaRPr>
          </a:p>
          <a:p>
            <a:pPr>
              <a:lnSpc>
                <a:spcPct val="100000"/>
              </a:lnSpc>
              <a:buNone/>
            </a:pPr>
            <a:r>
              <a:rPr b="0" lang="en-US" sz="1800" spc="-1" strike="noStrike">
                <a:solidFill>
                  <a:srgbClr val="292934"/>
                </a:solidFill>
                <a:latin typeface="Courier New"/>
                <a:ea typeface="DejaVu Sans"/>
              </a:rPr>
              <a:t>CFLAGS = -g </a:t>
            </a:r>
            <a:endParaRPr b="0" lang="en-US" sz="1800" spc="-1" strike="noStrike">
              <a:latin typeface="Arial"/>
            </a:endParaRPr>
          </a:p>
          <a:p>
            <a:pPr>
              <a:lnSpc>
                <a:spcPct val="100000"/>
              </a:lnSpc>
              <a:buNone/>
            </a:pPr>
            <a:r>
              <a:rPr b="0" lang="en-US" sz="1800" spc="-1" strike="noStrike">
                <a:solidFill>
                  <a:srgbClr val="292934"/>
                </a:solidFill>
                <a:latin typeface="Courier New"/>
                <a:ea typeface="DejaVu Sans"/>
              </a:rPr>
              <a:t>hello: main.cpp hello.cpp factorial.cpp</a:t>
            </a:r>
            <a:endParaRPr b="0" lang="en-US" sz="1800" spc="-1" strike="noStrike">
              <a:latin typeface="Arial"/>
            </a:endParaRPr>
          </a:p>
          <a:p>
            <a:pPr>
              <a:lnSpc>
                <a:spcPct val="100000"/>
              </a:lnSpc>
              <a:buNone/>
            </a:pPr>
            <a:r>
              <a:rPr b="0" lang="en-US" sz="1800" spc="-1" strike="noStrike">
                <a:solidFill>
                  <a:srgbClr val="292934"/>
                </a:solidFill>
                <a:latin typeface="Courier New"/>
                <a:ea typeface="DejaVu Sans"/>
              </a:rPr>
              <a:t>	</a:t>
            </a:r>
            <a:r>
              <a:rPr b="0" lang="en-US" sz="1800" spc="-1" strike="noStrike">
                <a:solidFill>
                  <a:srgbClr val="292934"/>
                </a:solidFill>
                <a:latin typeface="Courier New"/>
                <a:ea typeface="DejaVu Sans"/>
              </a:rPr>
              <a:t>$(CC) $(CFLAGS) $? -o $@</a:t>
            </a:r>
            <a:endParaRPr b="0" lang="en-US" sz="1800" spc="-1" strike="noStrike">
              <a:latin typeface="Arial"/>
            </a:endParaRPr>
          </a:p>
          <a:p>
            <a:pPr>
              <a:lnSpc>
                <a:spcPct val="100000"/>
              </a:lnSpc>
              <a:buNone/>
            </a:pPr>
            <a:r>
              <a:rPr b="0" lang="en-US" sz="1800" spc="-1" strike="noStrike">
                <a:solidFill>
                  <a:srgbClr val="292934"/>
                </a:solidFill>
                <a:latin typeface="Courier New"/>
                <a:ea typeface="DejaVu Sans"/>
              </a:rPr>
              <a:t>clean: </a:t>
            </a:r>
            <a:endParaRPr b="0" lang="en-US" sz="1800" spc="-1" strike="noStrike">
              <a:latin typeface="Arial"/>
            </a:endParaRPr>
          </a:p>
          <a:p>
            <a:pPr>
              <a:lnSpc>
                <a:spcPct val="100000"/>
              </a:lnSpc>
              <a:buNone/>
            </a:pPr>
            <a:r>
              <a:rPr b="0" lang="en-US" sz="1800" spc="-1" strike="noStrike">
                <a:solidFill>
                  <a:srgbClr val="292934"/>
                </a:solidFill>
                <a:latin typeface="Courier New"/>
                <a:ea typeface="DejaVu Sans"/>
              </a:rPr>
              <a:t>	</a:t>
            </a:r>
            <a:r>
              <a:rPr b="0" lang="en-US" sz="1800" spc="-1" strike="noStrike">
                <a:solidFill>
                  <a:srgbClr val="292934"/>
                </a:solidFill>
                <a:latin typeface="Courier New"/>
                <a:ea typeface="DejaVu Sans"/>
              </a:rPr>
              <a:t>rm *.o hello</a:t>
            </a:r>
            <a:endParaRPr b="0" lang="en-US" sz="1800" spc="-1" strike="noStrike">
              <a:latin typeface="Arial"/>
            </a:endParaRPr>
          </a:p>
        </p:txBody>
      </p:sp>
      <p:sp>
        <p:nvSpPr>
          <p:cNvPr id="251" name="Rectangle 5"/>
          <p:cNvSpPr/>
          <p:nvPr/>
        </p:nvSpPr>
        <p:spPr>
          <a:xfrm>
            <a:off x="536040" y="2331720"/>
            <a:ext cx="98244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en-US" sz="1800" spc="-1" strike="noStrike">
                <a:solidFill>
                  <a:srgbClr val="866c49"/>
                </a:solidFill>
                <a:latin typeface="Arial"/>
                <a:ea typeface="DejaVu Sans"/>
              </a:rPr>
              <a:t>action  </a:t>
            </a:r>
            <a:endParaRPr b="0" lang="en-US" sz="1800" spc="-1" strike="noStrike">
              <a:latin typeface="Arial"/>
            </a:endParaRPr>
          </a:p>
        </p:txBody>
      </p:sp>
      <p:sp>
        <p:nvSpPr>
          <p:cNvPr id="252" name="Straight Arrow Connector 7"/>
          <p:cNvSpPr/>
          <p:nvPr/>
        </p:nvSpPr>
        <p:spPr>
          <a:xfrm flipV="1">
            <a:off x="1371600" y="2524680"/>
            <a:ext cx="913680" cy="360"/>
          </a:xfrm>
          <a:custGeom>
            <a:avLst/>
            <a:gdLst/>
            <a:ahLst/>
            <a:rect l="l" t="t" r="r" b="b"/>
            <a:pathLst>
              <a:path w="21600" h="21600">
                <a:moveTo>
                  <a:pt x="0" y="0"/>
                </a:moveTo>
                <a:lnTo>
                  <a:pt x="21600" y="21600"/>
                </a:lnTo>
              </a:path>
            </a:pathLst>
          </a:custGeom>
          <a:noFill/>
          <a:ln w="28575">
            <a:solidFill>
              <a:srgbClr val="866c49"/>
            </a:solidFill>
            <a:round/>
            <a:tailEnd len="med" type="triangle" w="med"/>
          </a:ln>
        </p:spPr>
        <p:style>
          <a:lnRef idx="1">
            <a:schemeClr val="accent1"/>
          </a:lnRef>
          <a:fillRef idx="0">
            <a:schemeClr val="accent1"/>
          </a:fillRef>
          <a:effectRef idx="0">
            <a:schemeClr val="accent1"/>
          </a:effectRef>
          <a:fontRef idx="minor"/>
        </p:style>
      </p:sp>
      <p:sp>
        <p:nvSpPr>
          <p:cNvPr id="253" name="Rectangle 8"/>
          <p:cNvSpPr/>
          <p:nvPr/>
        </p:nvSpPr>
        <p:spPr>
          <a:xfrm>
            <a:off x="233640" y="2094120"/>
            <a:ext cx="81468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en-US" sz="1800" spc="-1" strike="noStrike">
                <a:solidFill>
                  <a:srgbClr val="ff0000"/>
                </a:solidFill>
                <a:latin typeface="Arial"/>
                <a:ea typeface="DejaVu Sans"/>
              </a:rPr>
              <a:t>target</a:t>
            </a:r>
            <a:endParaRPr b="0" lang="en-US" sz="1800" spc="-1" strike="noStrike">
              <a:latin typeface="Arial"/>
            </a:endParaRPr>
          </a:p>
        </p:txBody>
      </p:sp>
      <p:sp>
        <p:nvSpPr>
          <p:cNvPr id="254" name="Straight Arrow Connector 9"/>
          <p:cNvSpPr/>
          <p:nvPr/>
        </p:nvSpPr>
        <p:spPr>
          <a:xfrm flipV="1">
            <a:off x="1055160" y="2287080"/>
            <a:ext cx="530640" cy="360"/>
          </a:xfrm>
          <a:custGeom>
            <a:avLst/>
            <a:gdLst/>
            <a:ahLst/>
            <a:rect l="l" t="t" r="r" b="b"/>
            <a:pathLst>
              <a:path w="21600" h="21600">
                <a:moveTo>
                  <a:pt x="0" y="0"/>
                </a:moveTo>
                <a:lnTo>
                  <a:pt x="21600" y="21600"/>
                </a:lnTo>
              </a:path>
            </a:pathLst>
          </a:custGeom>
          <a:noFill/>
          <a:ln w="28575">
            <a:solidFill>
              <a:srgbClr val="ff0000"/>
            </a:solidFill>
            <a:round/>
            <a:tailEnd len="med" type="triangle" w="med"/>
          </a:ln>
        </p:spPr>
        <p:style>
          <a:lnRef idx="1">
            <a:schemeClr val="accent1"/>
          </a:lnRef>
          <a:fillRef idx="0">
            <a:schemeClr val="accent1"/>
          </a:fillRef>
          <a:effectRef idx="0">
            <a:schemeClr val="accent1"/>
          </a:effectRef>
          <a:fontRef idx="minor"/>
        </p:style>
      </p:sp>
      <p:sp>
        <p:nvSpPr>
          <p:cNvPr id="4" name="PlaceHolder 3"/>
          <p:cNvSpPr>
            <a:spLocks noGrp="1"/>
          </p:cNvSpPr>
          <p:nvPr>
            <p:ph type="sldNum" idx="5"/>
          </p:nvPr>
        </p:nvSpPr>
        <p:spPr/>
        <p:txBody>
          <a:bodyPr/>
          <a:p>
            <a:fld id="{E150156E-C9E2-468A-A76B-F40952DEA7C0}" type="slidenum">
              <a:t>30</a:t>
            </a:fld>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Example</a:t>
            </a:r>
            <a:endParaRPr b="0" lang="en-US" sz="4000" spc="-1" strike="noStrike">
              <a:latin typeface="Arial"/>
            </a:endParaRPr>
          </a:p>
        </p:txBody>
      </p:sp>
      <p:sp>
        <p:nvSpPr>
          <p:cNvPr id="256" name="PlaceHolder 2"/>
          <p:cNvSpPr>
            <a:spLocks noGrp="1"/>
          </p:cNvSpPr>
          <p:nvPr>
            <p:ph/>
          </p:nvPr>
        </p:nvSpPr>
        <p:spPr>
          <a:xfrm>
            <a:off x="457200" y="1600200"/>
            <a:ext cx="8228880" cy="4876200"/>
          </a:xfrm>
          <a:prstGeom prst="rect">
            <a:avLst/>
          </a:prstGeom>
          <a:noFill/>
          <a:ln w="0">
            <a:noFill/>
          </a:ln>
        </p:spPr>
        <p:txBody>
          <a:bodyPr lIns="90000" rIns="90000" tIns="45000" bIns="45000" anchor="t">
            <a:noAutofit/>
          </a:bodyPr>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What will happen if this makefile is called ?</a:t>
            </a:r>
            <a:endParaRPr b="0" lang="en-US" sz="2400" spc="-1" strike="noStrike">
              <a:latin typeface="Arial"/>
            </a:endParaRPr>
          </a:p>
        </p:txBody>
      </p:sp>
      <p:sp>
        <p:nvSpPr>
          <p:cNvPr id="257" name="Rectangle 4"/>
          <p:cNvSpPr/>
          <p:nvPr/>
        </p:nvSpPr>
        <p:spPr>
          <a:xfrm>
            <a:off x="685800" y="2209680"/>
            <a:ext cx="7771680" cy="3152880"/>
          </a:xfrm>
          <a:prstGeom prst="rect">
            <a:avLst/>
          </a:prstGeom>
          <a:noFill/>
          <a:ln w="0">
            <a:solidFill>
              <a:srgbClr val="866c49"/>
            </a:solidFill>
          </a:ln>
        </p:spPr>
        <p:style>
          <a:lnRef idx="0"/>
          <a:fillRef idx="0"/>
          <a:effectRef idx="0"/>
          <a:fontRef idx="minor"/>
        </p:style>
        <p:txBody>
          <a:bodyPr lIns="90000" rIns="90000" tIns="45000" bIns="45000" anchor="t">
            <a:spAutoFit/>
          </a:bodyPr>
          <a:p>
            <a:pPr>
              <a:lnSpc>
                <a:spcPct val="100000"/>
              </a:lnSpc>
              <a:buNone/>
            </a:pPr>
            <a:endParaRPr b="0" lang="en-US" sz="900" spc="-1" strike="noStrike">
              <a:latin typeface="Arial"/>
            </a:endParaRPr>
          </a:p>
          <a:p>
            <a:pPr>
              <a:lnSpc>
                <a:spcPct val="100000"/>
              </a:lnSpc>
              <a:buNone/>
            </a:pPr>
            <a:r>
              <a:rPr b="0" lang="en-US" sz="2400" spc="-1" strike="noStrike">
                <a:solidFill>
                  <a:srgbClr val="292934"/>
                </a:solidFill>
                <a:latin typeface="Courier New"/>
                <a:ea typeface="DejaVu Sans"/>
              </a:rPr>
              <a:t>CC=gcc </a:t>
            </a:r>
            <a:endParaRPr b="0" lang="en-US" sz="2400" spc="-1" strike="noStrike">
              <a:latin typeface="Arial"/>
            </a:endParaRPr>
          </a:p>
          <a:p>
            <a:pPr>
              <a:lnSpc>
                <a:spcPct val="100000"/>
              </a:lnSpc>
              <a:buNone/>
            </a:pPr>
            <a:r>
              <a:rPr b="0" lang="en-US" sz="2400" spc="-1" strike="noStrike">
                <a:solidFill>
                  <a:srgbClr val="292934"/>
                </a:solidFill>
                <a:latin typeface="Courier New"/>
                <a:ea typeface="DejaVu Sans"/>
              </a:rPr>
              <a:t>OUTPUT=Hello </a:t>
            </a:r>
            <a:endParaRPr b="0" lang="en-US" sz="2400" spc="-1" strike="noStrike">
              <a:latin typeface="Arial"/>
            </a:endParaRPr>
          </a:p>
          <a:p>
            <a:pPr>
              <a:lnSpc>
                <a:spcPct val="100000"/>
              </a:lnSpc>
              <a:buNone/>
            </a:pPr>
            <a:r>
              <a:rPr b="0" lang="en-US" sz="2400" spc="-1" strike="noStrike">
                <a:solidFill>
                  <a:srgbClr val="292934"/>
                </a:solidFill>
                <a:latin typeface="Courier New"/>
                <a:ea typeface="DejaVu Sans"/>
              </a:rPr>
              <a:t>all:Hello.o display.o </a:t>
            </a:r>
            <a:endParaRPr b="0" lang="en-US" sz="2400" spc="-1" strike="noStrike">
              <a:latin typeface="Arial"/>
            </a:endParaRPr>
          </a:p>
          <a:p>
            <a:pPr>
              <a:lnSpc>
                <a:spcPct val="100000"/>
              </a:lnSpc>
              <a:buNone/>
            </a:pPr>
            <a:r>
              <a:rPr b="0" lang="en-US" sz="2400" spc="-1" strike="noStrike">
                <a:solidFill>
                  <a:srgbClr val="292934"/>
                </a:solidFill>
                <a:latin typeface="Courier New"/>
                <a:ea typeface="DejaVu Sans"/>
              </a:rPr>
              <a:t>	</a:t>
            </a:r>
            <a:r>
              <a:rPr b="0" lang="en-US" sz="2400" spc="-1" strike="noStrike">
                <a:solidFill>
                  <a:srgbClr val="292934"/>
                </a:solidFill>
                <a:latin typeface="Courier New"/>
                <a:ea typeface="DejaVu Sans"/>
              </a:rPr>
              <a:t>$(CC) -o $(OUTPUT) Hello.o display.o </a:t>
            </a:r>
            <a:endParaRPr b="0" lang="en-US" sz="2400" spc="-1" strike="noStrike">
              <a:latin typeface="Arial"/>
            </a:endParaRPr>
          </a:p>
          <a:p>
            <a:pPr>
              <a:lnSpc>
                <a:spcPct val="100000"/>
              </a:lnSpc>
              <a:buNone/>
            </a:pPr>
            <a:r>
              <a:rPr b="0" lang="en-US" sz="2400" spc="-1" strike="noStrike">
                <a:solidFill>
                  <a:srgbClr val="292934"/>
                </a:solidFill>
                <a:latin typeface="Courier New"/>
                <a:ea typeface="DejaVu Sans"/>
              </a:rPr>
              <a:t>Hello.o:Hello.c </a:t>
            </a:r>
            <a:endParaRPr b="0" lang="en-US" sz="2400" spc="-1" strike="noStrike">
              <a:latin typeface="Arial"/>
            </a:endParaRPr>
          </a:p>
          <a:p>
            <a:pPr>
              <a:lnSpc>
                <a:spcPct val="100000"/>
              </a:lnSpc>
              <a:buNone/>
            </a:pPr>
            <a:r>
              <a:rPr b="0" lang="en-US" sz="2400" spc="-1" strike="noStrike">
                <a:solidFill>
                  <a:srgbClr val="292934"/>
                </a:solidFill>
                <a:latin typeface="Courier New"/>
                <a:ea typeface="DejaVu Sans"/>
              </a:rPr>
              <a:t>	</a:t>
            </a:r>
            <a:r>
              <a:rPr b="0" lang="en-US" sz="2400" spc="-1" strike="noStrike">
                <a:solidFill>
                  <a:srgbClr val="292934"/>
                </a:solidFill>
                <a:latin typeface="Courier New"/>
                <a:ea typeface="DejaVu Sans"/>
              </a:rPr>
              <a:t>$(CC) -c Hello.c </a:t>
            </a:r>
            <a:endParaRPr b="0" lang="en-US" sz="2400" spc="-1" strike="noStrike">
              <a:latin typeface="Arial"/>
            </a:endParaRPr>
          </a:p>
          <a:p>
            <a:pPr>
              <a:lnSpc>
                <a:spcPct val="100000"/>
              </a:lnSpc>
              <a:buNone/>
            </a:pPr>
            <a:r>
              <a:rPr b="0" lang="en-US" sz="2400" spc="-1" strike="noStrike">
                <a:solidFill>
                  <a:srgbClr val="292934"/>
                </a:solidFill>
                <a:latin typeface="Courier New"/>
                <a:ea typeface="DejaVu Sans"/>
              </a:rPr>
              <a:t>display.o:display.c </a:t>
            </a:r>
            <a:endParaRPr b="0" lang="en-US" sz="2400" spc="-1" strike="noStrike">
              <a:latin typeface="Arial"/>
            </a:endParaRPr>
          </a:p>
          <a:p>
            <a:pPr>
              <a:lnSpc>
                <a:spcPct val="100000"/>
              </a:lnSpc>
              <a:buNone/>
            </a:pPr>
            <a:r>
              <a:rPr b="0" lang="en-US" sz="2400" spc="-1" strike="noStrike">
                <a:solidFill>
                  <a:srgbClr val="292934"/>
                </a:solidFill>
                <a:latin typeface="Courier New"/>
                <a:ea typeface="DejaVu Sans"/>
              </a:rPr>
              <a:t>	</a:t>
            </a:r>
            <a:r>
              <a:rPr b="0" lang="en-US" sz="2400" spc="-1" strike="noStrike">
                <a:solidFill>
                  <a:srgbClr val="292934"/>
                </a:solidFill>
                <a:latin typeface="Courier New"/>
                <a:ea typeface="DejaVu Sans"/>
              </a:rPr>
              <a:t>$(CC) -c display.c </a:t>
            </a:r>
            <a:endParaRPr b="0" lang="en-US" sz="2400" spc="-1" strike="noStrike">
              <a:latin typeface="Arial"/>
            </a:endParaRPr>
          </a:p>
        </p:txBody>
      </p:sp>
      <p:sp>
        <p:nvSpPr>
          <p:cNvPr id="4" name="PlaceHolder 3"/>
          <p:cNvSpPr>
            <a:spLocks noGrp="1"/>
          </p:cNvSpPr>
          <p:nvPr>
            <p:ph type="sldNum" idx="5"/>
          </p:nvPr>
        </p:nvSpPr>
        <p:spPr/>
        <p:txBody>
          <a:bodyPr/>
          <a:p>
            <a:fld id="{8B7035B6-376E-40D4-9C09-3BDC48C5BF18}" type="slidenum">
              <a:t>31</a:t>
            </a:fld>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CMake</a:t>
            </a:r>
            <a:endParaRPr b="0" lang="en-US" sz="4000" spc="-1" strike="noStrike">
              <a:latin typeface="Arial"/>
            </a:endParaRPr>
          </a:p>
        </p:txBody>
      </p:sp>
      <p:sp>
        <p:nvSpPr>
          <p:cNvPr id="259" name="PlaceHolder 2"/>
          <p:cNvSpPr>
            <a:spLocks noGrp="1"/>
          </p:cNvSpPr>
          <p:nvPr>
            <p:ph/>
          </p:nvPr>
        </p:nvSpPr>
        <p:spPr>
          <a:xfrm>
            <a:off x="457200" y="1600200"/>
            <a:ext cx="8228880" cy="4876200"/>
          </a:xfrm>
          <a:prstGeom prst="rect">
            <a:avLst/>
          </a:prstGeom>
          <a:noFill/>
          <a:ln w="0">
            <a:noFill/>
          </a:ln>
        </p:spPr>
        <p:txBody>
          <a:bodyPr lIns="90000" rIns="90000" tIns="45000" bIns="45000" anchor="t">
            <a:noAutofit/>
          </a:bodyPr>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CMake is a meta build system.</a:t>
            </a:r>
            <a:endParaRPr b="0" lang="en-US" sz="2400" spc="-1" strike="noStrike">
              <a:latin typeface="Arial"/>
            </a:endParaRPr>
          </a:p>
          <a:p>
            <a:pPr>
              <a:lnSpc>
                <a:spcPct val="100000"/>
              </a:lnSpc>
              <a:spcBef>
                <a:spcPts val="320"/>
              </a:spcBef>
              <a:buNone/>
              <a:tabLst>
                <a:tab algn="l" pos="0"/>
              </a:tabLst>
            </a:pPr>
            <a:r>
              <a:rPr b="0" i="1" lang="en-US" sz="1600" spc="-1" strike="noStrike">
                <a:solidFill>
                  <a:srgbClr val="0070c0"/>
                </a:solidFill>
                <a:latin typeface="Arial"/>
              </a:rPr>
              <a:t>(refer to </a:t>
            </a:r>
            <a:r>
              <a:rPr b="0" i="1" lang="en-US" sz="1600" spc="-1" strike="noStrike" u="sng">
                <a:solidFill>
                  <a:srgbClr val="0000ff"/>
                </a:solidFill>
                <a:uFillTx/>
                <a:latin typeface="Arial"/>
                <a:hlinkClick r:id="rId1"/>
              </a:rPr>
              <a:t>https://cgold.readthedocs.io/en/latest/overview/cmake-can.html</a:t>
            </a:r>
            <a:r>
              <a:rPr b="0" i="1" lang="en-US" sz="1600" spc="-1" strike="noStrike">
                <a:solidFill>
                  <a:srgbClr val="0070c0"/>
                </a:solidFill>
                <a:latin typeface="Arial"/>
              </a:rPr>
              <a:t> for more info)</a:t>
            </a:r>
            <a:endParaRPr b="0" lang="en-US" sz="16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0" lang="en-US" sz="2400" spc="-1" strike="noStrike">
                <a:solidFill>
                  <a:srgbClr val="292934"/>
                </a:solidFill>
                <a:latin typeface="Arial"/>
              </a:rPr>
              <a:t>Installing Cmake</a:t>
            </a:r>
            <a:endParaRPr b="0" lang="en-US" sz="2400" spc="-1" strike="noStrike">
              <a:latin typeface="Arial"/>
            </a:endParaRPr>
          </a:p>
          <a:p>
            <a:pPr>
              <a:lnSpc>
                <a:spcPct val="100000"/>
              </a:lnSpc>
              <a:spcBef>
                <a:spcPts val="479"/>
              </a:spcBef>
              <a:buNone/>
              <a:tabLst>
                <a:tab algn="l" pos="0"/>
              </a:tabLst>
            </a:pPr>
            <a:r>
              <a:rPr b="0" lang="en-US" sz="2400" spc="-1" strike="noStrike">
                <a:solidFill>
                  <a:srgbClr val="292934"/>
                </a:solidFill>
                <a:latin typeface="Arial"/>
              </a:rPr>
              <a:t>	</a:t>
            </a:r>
            <a:r>
              <a:rPr b="0" lang="en-US" sz="2400" spc="-1" strike="noStrike">
                <a:solidFill>
                  <a:srgbClr val="0070c0"/>
                </a:solidFill>
                <a:latin typeface="Arial"/>
              </a:rPr>
              <a:t>sudo apt-get -y install cmake</a:t>
            </a:r>
            <a:endParaRPr b="0" lang="en-US" sz="24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0" lang="en-US" sz="2400" spc="-1" strike="noStrike">
                <a:solidFill>
                  <a:srgbClr val="292934"/>
                </a:solidFill>
                <a:latin typeface="Arial"/>
              </a:rPr>
              <a:t>Compile a project with Cmake</a:t>
            </a:r>
            <a:endParaRPr b="0" lang="en-US" sz="2400" spc="-1" strike="noStrike">
              <a:latin typeface="Arial"/>
            </a:endParaRPr>
          </a:p>
          <a:p>
            <a:pPr lvl="1" marL="457200" indent="-182880">
              <a:lnSpc>
                <a:spcPct val="100000"/>
              </a:lnSpc>
              <a:spcBef>
                <a:spcPts val="400"/>
              </a:spcBef>
              <a:buClr>
                <a:srgbClr val="93a299"/>
              </a:buClr>
              <a:buSzPct val="85000"/>
              <a:buFont typeface="Arial"/>
              <a:buChar char="•"/>
              <a:tabLst>
                <a:tab algn="l" pos="0"/>
              </a:tabLst>
            </a:pPr>
            <a:r>
              <a:rPr b="0" lang="en-US" sz="2000" spc="-1" strike="noStrike">
                <a:solidFill>
                  <a:srgbClr val="292934"/>
                </a:solidFill>
                <a:latin typeface="Arial"/>
              </a:rPr>
              <a:t>Step 1: create an empty folder and put your code files into it</a:t>
            </a:r>
            <a:endParaRPr b="0" lang="en-US" sz="2000" spc="-1" strike="noStrike">
              <a:latin typeface="Arial"/>
            </a:endParaRPr>
          </a:p>
          <a:p>
            <a:pPr lvl="1" marL="457200" indent="-182880">
              <a:lnSpc>
                <a:spcPct val="100000"/>
              </a:lnSpc>
              <a:spcBef>
                <a:spcPts val="400"/>
              </a:spcBef>
              <a:buClr>
                <a:srgbClr val="93a299"/>
              </a:buClr>
              <a:buSzPct val="85000"/>
              <a:buFont typeface="Arial"/>
              <a:buChar char="•"/>
              <a:tabLst>
                <a:tab algn="l" pos="0"/>
              </a:tabLst>
            </a:pPr>
            <a:r>
              <a:rPr b="0" lang="en-US" sz="2000" spc="-1" strike="noStrike">
                <a:solidFill>
                  <a:srgbClr val="292934"/>
                </a:solidFill>
                <a:latin typeface="Arial"/>
              </a:rPr>
              <a:t>Step 2: create a </a:t>
            </a:r>
            <a:r>
              <a:rPr b="0" lang="en-US" sz="2000" spc="-1" strike="noStrike">
                <a:solidFill>
                  <a:srgbClr val="ff0000"/>
                </a:solidFill>
                <a:latin typeface="Arial"/>
              </a:rPr>
              <a:t>CMakeLists.txt </a:t>
            </a:r>
            <a:r>
              <a:rPr b="0" lang="en-US" sz="2000" spc="-1" strike="noStrike">
                <a:solidFill>
                  <a:srgbClr val="292934"/>
                </a:solidFill>
                <a:latin typeface="Arial"/>
              </a:rPr>
              <a:t>in the same folder</a:t>
            </a:r>
            <a:endParaRPr b="0" lang="en-US" sz="2000" spc="-1" strike="noStrike">
              <a:latin typeface="Arial"/>
            </a:endParaRPr>
          </a:p>
          <a:p>
            <a:pPr>
              <a:lnSpc>
                <a:spcPct val="100000"/>
              </a:lnSpc>
              <a:buNone/>
              <a:tabLst>
                <a:tab algn="l" pos="0"/>
              </a:tabLst>
            </a:pPr>
            <a:endParaRPr b="0" lang="en-US" sz="2000" spc="-1" strike="noStrike">
              <a:latin typeface="Arial"/>
            </a:endParaRPr>
          </a:p>
        </p:txBody>
      </p:sp>
      <p:sp>
        <p:nvSpPr>
          <p:cNvPr id="4" name="PlaceHolder 3"/>
          <p:cNvSpPr>
            <a:spLocks noGrp="1"/>
          </p:cNvSpPr>
          <p:nvPr>
            <p:ph type="sldNum" idx="5"/>
          </p:nvPr>
        </p:nvSpPr>
        <p:spPr/>
        <p:txBody>
          <a:bodyPr/>
          <a:p>
            <a:fld id="{6F936128-DDCF-4D49-9C8E-B0853A246B5B}" type="slidenum">
              <a:t>32</a:t>
            </a:fld>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CMake</a:t>
            </a:r>
            <a:endParaRPr b="0" lang="en-US" sz="4000" spc="-1" strike="noStrike">
              <a:latin typeface="Arial"/>
            </a:endParaRPr>
          </a:p>
        </p:txBody>
      </p:sp>
      <p:sp>
        <p:nvSpPr>
          <p:cNvPr id="261" name="PlaceHolder 2"/>
          <p:cNvSpPr>
            <a:spLocks noGrp="1"/>
          </p:cNvSpPr>
          <p:nvPr>
            <p:ph/>
          </p:nvPr>
        </p:nvSpPr>
        <p:spPr>
          <a:xfrm>
            <a:off x="457200" y="1600200"/>
            <a:ext cx="8228880" cy="4876200"/>
          </a:xfrm>
          <a:prstGeom prst="rect">
            <a:avLst/>
          </a:prstGeom>
          <a:noFill/>
          <a:ln w="0">
            <a:noFill/>
          </a:ln>
        </p:spPr>
        <p:txBody>
          <a:bodyPr lIns="90000" rIns="90000" tIns="45000" bIns="45000" anchor="t">
            <a:noAutofit/>
          </a:bodyPr>
          <a:p>
            <a:pPr lvl="1" marL="457200" indent="-182880">
              <a:lnSpc>
                <a:spcPct val="100000"/>
              </a:lnSpc>
              <a:spcBef>
                <a:spcPts val="400"/>
              </a:spcBef>
              <a:buClr>
                <a:srgbClr val="93a299"/>
              </a:buClr>
              <a:buSzPct val="85000"/>
              <a:buFont typeface="Arial"/>
              <a:buChar char="•"/>
            </a:pPr>
            <a:r>
              <a:rPr b="0" lang="en-US" sz="2000" spc="-1" strike="noStrike">
                <a:solidFill>
                  <a:srgbClr val="292934"/>
                </a:solidFill>
                <a:latin typeface="Arial"/>
              </a:rPr>
              <a:t>Step 3: Open CMakeLists.txt, insert following lines</a:t>
            </a:r>
            <a:endParaRPr b="0" lang="en-US" sz="2000" spc="-1" strike="noStrike">
              <a:latin typeface="Arial"/>
            </a:endParaRPr>
          </a:p>
          <a:p>
            <a:pPr>
              <a:lnSpc>
                <a:spcPct val="100000"/>
              </a:lnSpc>
              <a:buNone/>
            </a:pPr>
            <a:endParaRPr b="0" lang="en-US" sz="2000" spc="-1" strike="noStrike">
              <a:latin typeface="Arial"/>
            </a:endParaRPr>
          </a:p>
        </p:txBody>
      </p:sp>
      <p:sp>
        <p:nvSpPr>
          <p:cNvPr id="262" name="Rectangle 4"/>
          <p:cNvSpPr/>
          <p:nvPr/>
        </p:nvSpPr>
        <p:spPr>
          <a:xfrm>
            <a:off x="1219320" y="2133720"/>
            <a:ext cx="8686080" cy="42044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800" spc="-1" strike="noStrike">
                <a:solidFill>
                  <a:srgbClr val="0070c0"/>
                </a:solidFill>
                <a:latin typeface="Courier New"/>
                <a:ea typeface="DejaVu Sans"/>
              </a:rPr>
              <a:t>cmake_minimum_required(</a:t>
            </a:r>
            <a:r>
              <a:rPr b="0" lang="en-US" sz="1800" spc="-1" strike="noStrike">
                <a:solidFill>
                  <a:srgbClr val="002060"/>
                </a:solidFill>
                <a:latin typeface="Courier New"/>
                <a:ea typeface="DejaVu Sans"/>
              </a:rPr>
              <a:t>VERSION 2.8</a:t>
            </a:r>
            <a:r>
              <a:rPr b="0" lang="en-US" sz="1800" spc="-1" strike="noStrike">
                <a:solidFill>
                  <a:srgbClr val="0070c0"/>
                </a:solidFill>
                <a:latin typeface="Courier New"/>
                <a:ea typeface="DejaVu Sans"/>
              </a:rPr>
              <a:t>)</a:t>
            </a: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r>
              <a:rPr b="0" lang="en-US" sz="1800" spc="-1" strike="noStrike">
                <a:solidFill>
                  <a:srgbClr val="00b050"/>
                </a:solidFill>
                <a:latin typeface="Courier New"/>
                <a:ea typeface="DejaVu Sans"/>
              </a:rPr>
              <a:t># set the project name</a:t>
            </a:r>
            <a:endParaRPr b="0" lang="en-US" sz="1800" spc="-1" strike="noStrike">
              <a:latin typeface="Arial"/>
            </a:endParaRPr>
          </a:p>
          <a:p>
            <a:pPr>
              <a:lnSpc>
                <a:spcPct val="100000"/>
              </a:lnSpc>
              <a:buNone/>
            </a:pPr>
            <a:r>
              <a:rPr b="0" lang="en-US" sz="1800" spc="-1" strike="noStrike">
                <a:solidFill>
                  <a:srgbClr val="0070c0"/>
                </a:solidFill>
                <a:latin typeface="Courier New"/>
                <a:ea typeface="DejaVu Sans"/>
              </a:rPr>
              <a:t>project</a:t>
            </a:r>
            <a:r>
              <a:rPr b="0" lang="en-US" sz="1800" spc="-1" strike="noStrike">
                <a:solidFill>
                  <a:srgbClr val="292934"/>
                </a:solidFill>
                <a:latin typeface="Courier New"/>
                <a:ea typeface="DejaVu Sans"/>
              </a:rPr>
              <a:t>(Example)</a:t>
            </a:r>
            <a:endParaRPr b="0" lang="en-US" sz="1800" spc="-1" strike="noStrike">
              <a:latin typeface="Arial"/>
            </a:endParaRPr>
          </a:p>
          <a:p>
            <a:pPr>
              <a:lnSpc>
                <a:spcPct val="100000"/>
              </a:lnSpc>
              <a:buNone/>
            </a:pPr>
            <a:r>
              <a:rPr b="0" lang="en-US" sz="1800" spc="-1" strike="noStrike">
                <a:solidFill>
                  <a:srgbClr val="00b050"/>
                </a:solidFill>
                <a:latin typeface="Courier New"/>
                <a:ea typeface="DejaVu Sans"/>
              </a:rPr>
              <a:t># Find the require packet (e.g. opencv)</a:t>
            </a:r>
            <a:endParaRPr b="0" lang="en-US" sz="1800" spc="-1" strike="noStrike">
              <a:latin typeface="Arial"/>
            </a:endParaRPr>
          </a:p>
          <a:p>
            <a:pPr>
              <a:lnSpc>
                <a:spcPct val="100000"/>
              </a:lnSpc>
              <a:buNone/>
            </a:pPr>
            <a:r>
              <a:rPr b="0" lang="en-US" sz="1800" spc="-1" strike="noStrike">
                <a:solidFill>
                  <a:srgbClr val="0070c0"/>
                </a:solidFill>
                <a:latin typeface="Courier New"/>
                <a:ea typeface="DejaVu Sans"/>
              </a:rPr>
              <a:t>find_package</a:t>
            </a:r>
            <a:r>
              <a:rPr b="0" lang="en-US" sz="1800" spc="-1" strike="noStrike">
                <a:solidFill>
                  <a:srgbClr val="292934"/>
                </a:solidFill>
                <a:latin typeface="Courier New"/>
                <a:ea typeface="DejaVu Sans"/>
              </a:rPr>
              <a:t>( OpenCV REQUIRED )</a:t>
            </a: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r>
              <a:rPr b="0" lang="en-US" sz="1800" spc="-1" strike="noStrike">
                <a:solidFill>
                  <a:srgbClr val="00b050"/>
                </a:solidFill>
                <a:latin typeface="Courier New"/>
                <a:ea typeface="DejaVu Sans"/>
              </a:rPr>
              <a:t># Set the include folder (e.g. opencv include folder)</a:t>
            </a:r>
            <a:endParaRPr b="0" lang="en-US" sz="1800" spc="-1" strike="noStrike">
              <a:latin typeface="Arial"/>
            </a:endParaRPr>
          </a:p>
          <a:p>
            <a:pPr>
              <a:lnSpc>
                <a:spcPct val="100000"/>
              </a:lnSpc>
              <a:buNone/>
            </a:pPr>
            <a:r>
              <a:rPr b="0" lang="en-US" sz="1800" spc="-1" strike="noStrike">
                <a:solidFill>
                  <a:srgbClr val="0070c0"/>
                </a:solidFill>
                <a:latin typeface="Courier New"/>
                <a:ea typeface="DejaVu Sans"/>
              </a:rPr>
              <a:t>include_directories</a:t>
            </a:r>
            <a:r>
              <a:rPr b="0" lang="en-US" sz="1800" spc="-1" strike="noStrike">
                <a:solidFill>
                  <a:srgbClr val="292934"/>
                </a:solidFill>
                <a:latin typeface="Courier New"/>
                <a:ea typeface="DejaVu Sans"/>
              </a:rPr>
              <a:t>( ${OpenCV_INCLUDE_DIRS} )</a:t>
            </a: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r>
              <a:rPr b="0" lang="en-US" sz="1800" spc="-1" strike="noStrike">
                <a:solidFill>
                  <a:srgbClr val="00b050"/>
                </a:solidFill>
                <a:latin typeface="Courier New"/>
                <a:ea typeface="DejaVu Sans"/>
              </a:rPr>
              <a:t># Add the executable</a:t>
            </a:r>
            <a:endParaRPr b="0" lang="en-US" sz="1800" spc="-1" strike="noStrike">
              <a:latin typeface="Arial"/>
            </a:endParaRPr>
          </a:p>
          <a:p>
            <a:pPr>
              <a:lnSpc>
                <a:spcPct val="100000"/>
              </a:lnSpc>
              <a:buNone/>
            </a:pPr>
            <a:r>
              <a:rPr b="0" lang="en-US" sz="1800" spc="-1" strike="noStrike">
                <a:solidFill>
                  <a:srgbClr val="0070c0"/>
                </a:solidFill>
                <a:latin typeface="Courier New"/>
                <a:ea typeface="DejaVu Sans"/>
              </a:rPr>
              <a:t>add_executable</a:t>
            </a:r>
            <a:r>
              <a:rPr b="0" lang="en-US" sz="1800" spc="-1" strike="noStrike">
                <a:solidFill>
                  <a:srgbClr val="292934"/>
                </a:solidFill>
                <a:latin typeface="Courier New"/>
                <a:ea typeface="DejaVu Sans"/>
              </a:rPr>
              <a:t>(example example.cpp)</a:t>
            </a: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r>
              <a:rPr b="0" lang="en-US" sz="1800" spc="-1" strike="noStrike">
                <a:solidFill>
                  <a:srgbClr val="00b050"/>
                </a:solidFill>
                <a:latin typeface="Courier New"/>
                <a:ea typeface="DejaVu Sans"/>
              </a:rPr>
              <a:t># Add library (e.g. opencv library)</a:t>
            </a:r>
            <a:endParaRPr b="0" lang="en-US" sz="1800" spc="-1" strike="noStrike">
              <a:latin typeface="Arial"/>
            </a:endParaRPr>
          </a:p>
          <a:p>
            <a:pPr>
              <a:lnSpc>
                <a:spcPct val="100000"/>
              </a:lnSpc>
              <a:buNone/>
            </a:pPr>
            <a:r>
              <a:rPr b="0" lang="en-US" sz="1800" spc="-1" strike="noStrike">
                <a:solidFill>
                  <a:srgbClr val="0070c0"/>
                </a:solidFill>
                <a:latin typeface="Courier New"/>
                <a:ea typeface="DejaVu Sans"/>
              </a:rPr>
              <a:t>target_link_libraries</a:t>
            </a:r>
            <a:r>
              <a:rPr b="0" lang="en-US" sz="1800" spc="-1" strike="noStrike">
                <a:solidFill>
                  <a:srgbClr val="292934"/>
                </a:solidFill>
                <a:latin typeface="Courier New"/>
                <a:ea typeface="DejaVu Sans"/>
              </a:rPr>
              <a:t>(example ${OpenCV_LIBS} )</a:t>
            </a:r>
            <a:endParaRPr b="0" lang="en-US" sz="1800" spc="-1" strike="noStrike">
              <a:latin typeface="Arial"/>
            </a:endParaRPr>
          </a:p>
        </p:txBody>
      </p:sp>
      <p:sp>
        <p:nvSpPr>
          <p:cNvPr id="4" name="PlaceHolder 3"/>
          <p:cNvSpPr>
            <a:spLocks noGrp="1"/>
          </p:cNvSpPr>
          <p:nvPr>
            <p:ph type="sldNum" idx="5"/>
          </p:nvPr>
        </p:nvSpPr>
        <p:spPr/>
        <p:txBody>
          <a:bodyPr/>
          <a:p>
            <a:fld id="{C4CD4D89-E8DC-45E5-8470-48DAC6D2AF59}" type="slidenum">
              <a:t>33</a:t>
            </a:fld>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CMake</a:t>
            </a:r>
            <a:endParaRPr b="0" lang="en-US" sz="4000" spc="-1" strike="noStrike">
              <a:latin typeface="Arial"/>
            </a:endParaRPr>
          </a:p>
        </p:txBody>
      </p:sp>
      <p:sp>
        <p:nvSpPr>
          <p:cNvPr id="264" name="PlaceHolder 2"/>
          <p:cNvSpPr>
            <a:spLocks noGrp="1"/>
          </p:cNvSpPr>
          <p:nvPr>
            <p:ph/>
          </p:nvPr>
        </p:nvSpPr>
        <p:spPr>
          <a:xfrm>
            <a:off x="457200" y="1600200"/>
            <a:ext cx="8228880" cy="4876200"/>
          </a:xfrm>
          <a:prstGeom prst="rect">
            <a:avLst/>
          </a:prstGeom>
          <a:noFill/>
          <a:ln w="0">
            <a:noFill/>
          </a:ln>
        </p:spPr>
        <p:txBody>
          <a:bodyPr lIns="90000" rIns="90000" tIns="45000" bIns="45000" anchor="t">
            <a:noAutofit/>
          </a:bodyPr>
          <a:p>
            <a:pPr lvl="1" marL="457200" indent="-182880">
              <a:lnSpc>
                <a:spcPct val="100000"/>
              </a:lnSpc>
              <a:spcBef>
                <a:spcPts val="400"/>
              </a:spcBef>
              <a:buClr>
                <a:srgbClr val="93a299"/>
              </a:buClr>
              <a:buSzPct val="85000"/>
              <a:buFont typeface="Arial"/>
              <a:buChar char="•"/>
            </a:pPr>
            <a:r>
              <a:rPr b="0" lang="en-US" sz="2000" spc="-1" strike="noStrike">
                <a:solidFill>
                  <a:srgbClr val="292934"/>
                </a:solidFill>
                <a:latin typeface="Arial"/>
              </a:rPr>
              <a:t>Step 4: Build the project</a:t>
            </a:r>
            <a:endParaRPr b="0" lang="en-US" sz="2000" spc="-1" strike="noStrike">
              <a:latin typeface="Arial"/>
            </a:endParaRPr>
          </a:p>
          <a:p>
            <a:pPr marL="274320">
              <a:lnSpc>
                <a:spcPct val="100000"/>
              </a:lnSpc>
              <a:spcBef>
                <a:spcPts val="400"/>
              </a:spcBef>
              <a:buNone/>
              <a:tabLst>
                <a:tab algn="l" pos="0"/>
              </a:tabLst>
            </a:pPr>
            <a:r>
              <a:rPr b="0" lang="en-US" sz="2000" spc="-1" strike="noStrike">
                <a:solidFill>
                  <a:srgbClr val="292934"/>
                </a:solidFill>
                <a:latin typeface="Arial"/>
              </a:rPr>
              <a:t>	</a:t>
            </a:r>
            <a:r>
              <a:rPr b="1" lang="en-US" sz="2000" spc="-1" strike="noStrike">
                <a:solidFill>
                  <a:srgbClr val="0070c0"/>
                </a:solidFill>
                <a:latin typeface="Arial"/>
              </a:rPr>
              <a:t>cmake .</a:t>
            </a:r>
            <a:endParaRPr b="0" lang="en-US" sz="2000" spc="-1" strike="noStrike">
              <a:latin typeface="Arial"/>
            </a:endParaRPr>
          </a:p>
          <a:p>
            <a:pPr marL="274320">
              <a:lnSpc>
                <a:spcPct val="100000"/>
              </a:lnSpc>
              <a:spcBef>
                <a:spcPts val="400"/>
              </a:spcBef>
              <a:buNone/>
              <a:tabLst>
                <a:tab algn="l" pos="0"/>
              </a:tabLst>
            </a:pPr>
            <a:r>
              <a:rPr b="1" lang="en-US" sz="2000" spc="-1" strike="noStrike">
                <a:solidFill>
                  <a:srgbClr val="0070c0"/>
                </a:solidFill>
                <a:latin typeface="Arial"/>
              </a:rPr>
              <a:t>	</a:t>
            </a:r>
            <a:r>
              <a:rPr b="1" lang="en-US" sz="2000" spc="-1" strike="noStrike">
                <a:solidFill>
                  <a:srgbClr val="0070c0"/>
                </a:solidFill>
                <a:latin typeface="Arial"/>
              </a:rPr>
              <a:t>make</a:t>
            </a:r>
            <a:endParaRPr b="0" lang="en-US" sz="2000" spc="-1" strike="noStrike">
              <a:latin typeface="Arial"/>
            </a:endParaRPr>
          </a:p>
          <a:p>
            <a:pPr lvl="1" marL="457200" indent="-182880">
              <a:lnSpc>
                <a:spcPct val="100000"/>
              </a:lnSpc>
              <a:spcBef>
                <a:spcPts val="400"/>
              </a:spcBef>
              <a:buClr>
                <a:srgbClr val="93a299"/>
              </a:buClr>
              <a:buSzPct val="85000"/>
              <a:buFont typeface="Arial"/>
              <a:buChar char="•"/>
              <a:tabLst>
                <a:tab algn="l" pos="0"/>
              </a:tabLst>
            </a:pPr>
            <a:r>
              <a:rPr b="0" lang="en-US" sz="2000" spc="-1" strike="noStrike">
                <a:solidFill>
                  <a:srgbClr val="292934"/>
                </a:solidFill>
                <a:latin typeface="Arial"/>
              </a:rPr>
              <a:t>Step 5: Recompile if the source code is changed</a:t>
            </a:r>
            <a:endParaRPr b="0" lang="en-US" sz="2000" spc="-1" strike="noStrike">
              <a:latin typeface="Arial"/>
            </a:endParaRPr>
          </a:p>
          <a:p>
            <a:pPr marL="274320">
              <a:lnSpc>
                <a:spcPct val="100000"/>
              </a:lnSpc>
              <a:spcBef>
                <a:spcPts val="400"/>
              </a:spcBef>
              <a:buNone/>
              <a:tabLst>
                <a:tab algn="l" pos="0"/>
              </a:tabLst>
            </a:pPr>
            <a:r>
              <a:rPr b="0" lang="en-US" sz="2000" spc="-1" strike="noStrike">
                <a:solidFill>
                  <a:srgbClr val="292934"/>
                </a:solidFill>
                <a:latin typeface="Arial"/>
              </a:rPr>
              <a:t>	</a:t>
            </a:r>
            <a:r>
              <a:rPr b="1" lang="en-US" sz="2000" spc="-1" strike="noStrike">
                <a:solidFill>
                  <a:srgbClr val="0070c0"/>
                </a:solidFill>
                <a:latin typeface="Arial"/>
              </a:rPr>
              <a:t>make</a:t>
            </a:r>
            <a:endParaRPr b="0" lang="en-US" sz="2000" spc="-1" strike="noStrike">
              <a:latin typeface="Arial"/>
            </a:endParaRPr>
          </a:p>
        </p:txBody>
      </p:sp>
      <p:sp>
        <p:nvSpPr>
          <p:cNvPr id="4" name="PlaceHolder 3"/>
          <p:cNvSpPr>
            <a:spLocks noGrp="1"/>
          </p:cNvSpPr>
          <p:nvPr>
            <p:ph type="sldNum" idx="5"/>
          </p:nvPr>
        </p:nvSpPr>
        <p:spPr/>
        <p:txBody>
          <a:bodyPr/>
          <a:p>
            <a:fld id="{9CB7317E-5A58-4922-805F-5FF4EFFB25DB}" type="slidenum">
              <a:t>34</a:t>
            </a:fld>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1" lang="en-US" sz="4000" spc="-100" strike="noStrike">
                <a:solidFill>
                  <a:srgbClr val="d2533c"/>
                </a:solidFill>
                <a:latin typeface="Arial"/>
              </a:rPr>
              <a:t>C</a:t>
            </a:r>
            <a:r>
              <a:rPr b="0" lang="en-US" sz="4000" spc="-100" strike="noStrike">
                <a:solidFill>
                  <a:srgbClr val="d2533c"/>
                </a:solidFill>
                <a:latin typeface="Arial"/>
              </a:rPr>
              <a:t> </a:t>
            </a:r>
            <a:r>
              <a:rPr b="1" lang="en-US" sz="4000" spc="-100" strike="noStrike">
                <a:solidFill>
                  <a:srgbClr val="d2533c"/>
                </a:solidFill>
                <a:latin typeface="Arial"/>
              </a:rPr>
              <a:t>Library</a:t>
            </a:r>
            <a:endParaRPr b="0" lang="en-US" sz="4000" spc="-1" strike="noStrike">
              <a:latin typeface="Arial"/>
            </a:endParaRPr>
          </a:p>
        </p:txBody>
      </p:sp>
      <p:sp>
        <p:nvSpPr>
          <p:cNvPr id="266" name="PlaceHolder 2"/>
          <p:cNvSpPr>
            <a:spLocks noGrp="1"/>
          </p:cNvSpPr>
          <p:nvPr>
            <p:ph/>
          </p:nvPr>
        </p:nvSpPr>
        <p:spPr>
          <a:xfrm>
            <a:off x="457200" y="1600200"/>
            <a:ext cx="8228880" cy="4876200"/>
          </a:xfrm>
          <a:prstGeom prst="rect">
            <a:avLst/>
          </a:prstGeom>
          <a:noFill/>
          <a:ln w="0">
            <a:noFill/>
          </a:ln>
        </p:spPr>
        <p:txBody>
          <a:bodyPr lIns="90000" rIns="90000" tIns="45000" bIns="45000" anchor="t">
            <a:noAutofit/>
          </a:bodyPr>
          <a:p>
            <a:pPr marL="182880" indent="-182880">
              <a:lnSpc>
                <a:spcPct val="100000"/>
              </a:lnSpc>
              <a:spcBef>
                <a:spcPts val="479"/>
              </a:spcBef>
              <a:spcAft>
                <a:spcPts val="601"/>
              </a:spcAft>
              <a:buClr>
                <a:srgbClr val="93a299"/>
              </a:buClr>
              <a:buSzPct val="85000"/>
              <a:buFont typeface="Arial"/>
              <a:buChar char="•"/>
            </a:pPr>
            <a:r>
              <a:rPr b="0" lang="en-US" sz="2400" spc="-1" strike="noStrike">
                <a:solidFill>
                  <a:srgbClr val="292934"/>
                </a:solidFill>
                <a:latin typeface="Arial"/>
              </a:rPr>
              <a:t>Library: </a:t>
            </a:r>
            <a:r>
              <a:rPr b="0" lang="en-US" sz="2400" spc="-1" strike="noStrike">
                <a:solidFill>
                  <a:srgbClr val="333333"/>
                </a:solidFill>
                <a:latin typeface="Verdana"/>
              </a:rPr>
              <a:t>bunch of files that contain just functions and declaration </a:t>
            </a:r>
            <a:r>
              <a:rPr b="0" lang="en-US" sz="2400" spc="-1" strike="noStrike">
                <a:solidFill>
                  <a:srgbClr val="333333"/>
                </a:solidFill>
                <a:latin typeface="Wingdings"/>
              </a:rPr>
              <a:t></a:t>
            </a:r>
            <a:r>
              <a:rPr b="0" lang="en-US" sz="2400" spc="-1" strike="noStrike">
                <a:solidFill>
                  <a:srgbClr val="333333"/>
                </a:solidFill>
                <a:latin typeface="Verdana"/>
              </a:rPr>
              <a:t> Write once use many</a:t>
            </a:r>
            <a:endParaRPr b="0" lang="en-US" sz="2400" spc="-1" strike="noStrike">
              <a:latin typeface="Arial"/>
            </a:endParaRPr>
          </a:p>
          <a:p>
            <a:pPr marL="182880" indent="-182880">
              <a:lnSpc>
                <a:spcPct val="100000"/>
              </a:lnSpc>
              <a:spcBef>
                <a:spcPts val="479"/>
              </a:spcBef>
              <a:spcAft>
                <a:spcPts val="601"/>
              </a:spcAft>
              <a:buClr>
                <a:srgbClr val="93a299"/>
              </a:buClr>
              <a:buSzPct val="85000"/>
              <a:buFont typeface="Arial"/>
              <a:buChar char="•"/>
            </a:pPr>
            <a:r>
              <a:rPr b="0" lang="en-US" sz="2400" spc="-1" strike="noStrike">
                <a:solidFill>
                  <a:srgbClr val="333333"/>
                </a:solidFill>
                <a:latin typeface="Verdana"/>
              </a:rPr>
              <a:t>C Library is a collection of object files</a:t>
            </a:r>
            <a:endParaRPr b="0" lang="en-US" sz="2400" spc="-1" strike="noStrike">
              <a:latin typeface="Arial"/>
            </a:endParaRPr>
          </a:p>
          <a:p>
            <a:pPr marL="182880" indent="-182880">
              <a:lnSpc>
                <a:spcPct val="100000"/>
              </a:lnSpc>
              <a:spcBef>
                <a:spcPts val="479"/>
              </a:spcBef>
              <a:spcAft>
                <a:spcPts val="601"/>
              </a:spcAft>
              <a:buClr>
                <a:srgbClr val="93a299"/>
              </a:buClr>
              <a:buSzPct val="85000"/>
              <a:buFont typeface="Arial"/>
              <a:buChar char="•"/>
            </a:pPr>
            <a:r>
              <a:rPr b="0" lang="en-US" sz="2400" spc="-1" strike="noStrike">
                <a:solidFill>
                  <a:srgbClr val="333333"/>
                </a:solidFill>
                <a:latin typeface="Verdana"/>
              </a:rPr>
              <a:t>Types of C library:</a:t>
            </a:r>
            <a:endParaRPr b="0" lang="en-US" sz="2400" spc="-1" strike="noStrike">
              <a:latin typeface="Arial"/>
            </a:endParaRPr>
          </a:p>
          <a:p>
            <a:pPr lvl="1" marL="457200" indent="-182880">
              <a:lnSpc>
                <a:spcPct val="100000"/>
              </a:lnSpc>
              <a:spcBef>
                <a:spcPts val="400"/>
              </a:spcBef>
              <a:spcAft>
                <a:spcPts val="601"/>
              </a:spcAft>
              <a:buClr>
                <a:srgbClr val="93a299"/>
              </a:buClr>
              <a:buSzPct val="85000"/>
              <a:buFont typeface="Arial"/>
              <a:buChar char="•"/>
            </a:pPr>
            <a:r>
              <a:rPr b="0" i="1" lang="en-US" sz="2000" spc="-1" strike="noStrike">
                <a:solidFill>
                  <a:srgbClr val="333333"/>
                </a:solidFill>
                <a:latin typeface="Verdana"/>
              </a:rPr>
              <a:t>Static libraries</a:t>
            </a:r>
            <a:r>
              <a:rPr b="0" lang="en-US" sz="2000" spc="-1" strike="noStrike">
                <a:solidFill>
                  <a:srgbClr val="333333"/>
                </a:solidFill>
                <a:latin typeface="Verdana"/>
              </a:rPr>
              <a:t>: </a:t>
            </a:r>
            <a:r>
              <a:rPr b="0" lang="en-US" sz="2000" spc="-1" strike="noStrike">
                <a:solidFill>
                  <a:srgbClr val="0070c0"/>
                </a:solidFill>
                <a:latin typeface="Verdana"/>
              </a:rPr>
              <a:t>linked into the program during the linking phase of compilation </a:t>
            </a:r>
            <a:r>
              <a:rPr b="0" lang="en-US" sz="2000" spc="-1" strike="noStrike">
                <a:solidFill>
                  <a:srgbClr val="333333"/>
                </a:solidFill>
                <a:latin typeface="Verdana"/>
              </a:rPr>
              <a:t>and are </a:t>
            </a:r>
            <a:r>
              <a:rPr b="0" lang="en-US" sz="2000" spc="-1" strike="noStrike">
                <a:solidFill>
                  <a:srgbClr val="0070c0"/>
                </a:solidFill>
                <a:latin typeface="Verdana"/>
              </a:rPr>
              <a:t>not relevant during runtime</a:t>
            </a:r>
            <a:endParaRPr b="0" lang="en-US" sz="2000" spc="-1" strike="noStrike">
              <a:latin typeface="Arial"/>
            </a:endParaRPr>
          </a:p>
          <a:p>
            <a:pPr lvl="1" marL="457200" indent="-182880">
              <a:lnSpc>
                <a:spcPct val="100000"/>
              </a:lnSpc>
              <a:spcBef>
                <a:spcPts val="400"/>
              </a:spcBef>
              <a:spcAft>
                <a:spcPts val="601"/>
              </a:spcAft>
              <a:buClr>
                <a:srgbClr val="93a299"/>
              </a:buClr>
              <a:buSzPct val="85000"/>
              <a:buFont typeface="Arial"/>
              <a:buChar char="•"/>
            </a:pPr>
            <a:r>
              <a:rPr b="0" i="1" lang="en-US" sz="2000" spc="-1" strike="noStrike">
                <a:solidFill>
                  <a:srgbClr val="333333"/>
                </a:solidFill>
                <a:latin typeface="Verdana"/>
              </a:rPr>
              <a:t>Dynamic libraries</a:t>
            </a:r>
            <a:r>
              <a:rPr b="0" lang="en-US" sz="2000" spc="-1" strike="noStrike">
                <a:solidFill>
                  <a:srgbClr val="333333"/>
                </a:solidFill>
                <a:latin typeface="Verdana"/>
              </a:rPr>
              <a:t>: </a:t>
            </a:r>
            <a:r>
              <a:rPr b="0" lang="en-US" sz="2000" spc="-1" strike="noStrike">
                <a:solidFill>
                  <a:srgbClr val="0070c0"/>
                </a:solidFill>
                <a:latin typeface="Verdana"/>
              </a:rPr>
              <a:t>linked by multiple program </a:t>
            </a:r>
            <a:r>
              <a:rPr b="0" lang="en-US" sz="2000" spc="-1" strike="noStrike">
                <a:solidFill>
                  <a:srgbClr val="333333"/>
                </a:solidFill>
                <a:latin typeface="Verdana"/>
              </a:rPr>
              <a:t>at the same time </a:t>
            </a:r>
            <a:r>
              <a:rPr b="0" lang="en-US" sz="2000" spc="-1" strike="noStrike">
                <a:solidFill>
                  <a:srgbClr val="0070c0"/>
                </a:solidFill>
                <a:latin typeface="Verdana"/>
              </a:rPr>
              <a:t>during running time</a:t>
            </a:r>
            <a:endParaRPr b="0" lang="en-US" sz="2000" spc="-1" strike="noStrike">
              <a:latin typeface="Arial"/>
            </a:endParaRPr>
          </a:p>
          <a:p>
            <a:pPr>
              <a:lnSpc>
                <a:spcPct val="100000"/>
              </a:lnSpc>
              <a:spcBef>
                <a:spcPts val="479"/>
              </a:spcBef>
              <a:buNone/>
            </a:pPr>
            <a:endParaRPr b="0" lang="en-US" sz="2400" spc="-1" strike="noStrike">
              <a:latin typeface="Arial"/>
            </a:endParaRPr>
          </a:p>
        </p:txBody>
      </p:sp>
      <p:sp>
        <p:nvSpPr>
          <p:cNvPr id="4" name="PlaceHolder 3"/>
          <p:cNvSpPr>
            <a:spLocks noGrp="1"/>
          </p:cNvSpPr>
          <p:nvPr>
            <p:ph type="sldNum" idx="8"/>
          </p:nvPr>
        </p:nvSpPr>
        <p:spPr/>
        <p:txBody>
          <a:bodyPr/>
          <a:p>
            <a:fld id="{D31E3207-A81F-45FB-8BEE-3038FC23A9BD}" type="slidenum">
              <a:t>35</a:t>
            </a:fld>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1" lang="en-US" sz="4000" spc="-100" strike="noStrike">
                <a:solidFill>
                  <a:srgbClr val="d2533c"/>
                </a:solidFill>
                <a:latin typeface="Arial"/>
              </a:rPr>
              <a:t>Create a C library</a:t>
            </a:r>
            <a:endParaRPr b="0" lang="en-US" sz="4000" spc="-1" strike="noStrike">
              <a:latin typeface="Arial"/>
            </a:endParaRPr>
          </a:p>
        </p:txBody>
      </p:sp>
      <p:sp>
        <p:nvSpPr>
          <p:cNvPr id="268" name="PlaceHolder 2"/>
          <p:cNvSpPr>
            <a:spLocks noGrp="1"/>
          </p:cNvSpPr>
          <p:nvPr>
            <p:ph/>
          </p:nvPr>
        </p:nvSpPr>
        <p:spPr>
          <a:xfrm>
            <a:off x="457200" y="1600200"/>
            <a:ext cx="8228880" cy="4876200"/>
          </a:xfrm>
          <a:prstGeom prst="rect">
            <a:avLst/>
          </a:prstGeom>
          <a:noFill/>
          <a:ln w="0">
            <a:noFill/>
          </a:ln>
        </p:spPr>
        <p:txBody>
          <a:bodyPr lIns="90000" rIns="90000" tIns="45000" bIns="45000" anchor="t">
            <a:noAutofit/>
          </a:bodyPr>
          <a:p>
            <a:pPr>
              <a:lnSpc>
                <a:spcPct val="100000"/>
              </a:lnSpc>
              <a:spcBef>
                <a:spcPts val="479"/>
              </a:spcBef>
              <a:buNone/>
              <a:tabLst>
                <a:tab algn="l" pos="0"/>
              </a:tabLst>
            </a:pPr>
            <a:r>
              <a:rPr b="1" lang="en-US" sz="2400" spc="-1" strike="noStrike">
                <a:solidFill>
                  <a:srgbClr val="292934"/>
                </a:solidFill>
                <a:latin typeface="Arial"/>
              </a:rPr>
              <a:t>Create static libraries</a:t>
            </a:r>
            <a:endParaRPr b="0" lang="en-US" sz="24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0" lang="en-US" sz="2400" spc="-1" strike="noStrike">
                <a:solidFill>
                  <a:srgbClr val="292934"/>
                </a:solidFill>
                <a:latin typeface="Arial"/>
              </a:rPr>
              <a:t>Step 1: </a:t>
            </a:r>
            <a:r>
              <a:rPr b="0" lang="en-US" sz="2400" spc="-1" strike="noStrike">
                <a:solidFill>
                  <a:srgbClr val="333333"/>
                </a:solidFill>
                <a:latin typeface="Verdana"/>
              </a:rPr>
              <a:t>create C source files containing any functions that will be used.</a:t>
            </a:r>
            <a:endParaRPr b="0" lang="en-US" sz="24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0" lang="en-US" sz="2400" spc="-1" strike="noStrike">
                <a:solidFill>
                  <a:srgbClr val="333333"/>
                </a:solidFill>
                <a:latin typeface="Verdana"/>
              </a:rPr>
              <a:t>Step 2: Compile these files into objects</a:t>
            </a:r>
            <a:endParaRPr b="0" lang="en-US" sz="2400" spc="-1" strike="noStrike">
              <a:latin typeface="Arial"/>
            </a:endParaRPr>
          </a:p>
          <a:p>
            <a:pPr>
              <a:lnSpc>
                <a:spcPct val="100000"/>
              </a:lnSpc>
              <a:spcBef>
                <a:spcPts val="479"/>
              </a:spcBef>
              <a:buNone/>
              <a:tabLst>
                <a:tab algn="l" pos="0"/>
              </a:tabLst>
            </a:pPr>
            <a:r>
              <a:rPr b="0" lang="en-US" sz="2400" spc="-1" strike="noStrike">
                <a:solidFill>
                  <a:srgbClr val="333333"/>
                </a:solidFill>
                <a:latin typeface="Verdana"/>
              </a:rPr>
              <a:t>	</a:t>
            </a:r>
            <a:r>
              <a:rPr b="0" lang="en-US" sz="2400" spc="-1" strike="noStrike">
                <a:solidFill>
                  <a:srgbClr val="0070c0"/>
                </a:solidFill>
                <a:latin typeface="Courier New"/>
              </a:rPr>
              <a:t>gcc </a:t>
            </a:r>
            <a:r>
              <a:rPr b="0" lang="en-US" sz="2400" spc="-1" strike="noStrike">
                <a:solidFill>
                  <a:srgbClr val="ff0000"/>
                </a:solidFill>
                <a:latin typeface="Courier New"/>
              </a:rPr>
              <a:t>-c </a:t>
            </a:r>
            <a:r>
              <a:rPr b="0" lang="en-US" sz="2400" spc="-1" strike="noStrike">
                <a:solidFill>
                  <a:srgbClr val="0070c0"/>
                </a:solidFill>
                <a:latin typeface="Courier New"/>
              </a:rPr>
              <a:t>libraryCode.c -o object.o </a:t>
            </a:r>
            <a:endParaRPr b="0" lang="en-US" sz="24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0" lang="en-US" sz="2400" spc="-1" strike="noStrike">
                <a:solidFill>
                  <a:srgbClr val="333333"/>
                </a:solidFill>
                <a:latin typeface="Verdana"/>
              </a:rPr>
              <a:t>Step 3: Create library</a:t>
            </a:r>
            <a:endParaRPr b="0" lang="en-US" sz="2400" spc="-1" strike="noStrike">
              <a:latin typeface="Arial"/>
            </a:endParaRPr>
          </a:p>
          <a:p>
            <a:pPr>
              <a:lnSpc>
                <a:spcPct val="100000"/>
              </a:lnSpc>
              <a:spcBef>
                <a:spcPts val="479"/>
              </a:spcBef>
              <a:buNone/>
              <a:tabLst>
                <a:tab algn="l" pos="0"/>
              </a:tabLst>
            </a:pPr>
            <a:r>
              <a:rPr b="0" lang="en-US" sz="2400" spc="-1" strike="noStrike">
                <a:solidFill>
                  <a:srgbClr val="333333"/>
                </a:solidFill>
                <a:latin typeface="Verdana"/>
              </a:rPr>
              <a:t>	</a:t>
            </a:r>
            <a:r>
              <a:rPr b="0" lang="pt-BR" sz="2400" spc="-1" strike="noStrike">
                <a:solidFill>
                  <a:srgbClr val="ff0000"/>
                </a:solidFill>
                <a:latin typeface="Courier New"/>
              </a:rPr>
              <a:t>ar</a:t>
            </a:r>
            <a:r>
              <a:rPr b="0" lang="pt-BR" sz="2400" spc="-1" strike="noStrike">
                <a:solidFill>
                  <a:srgbClr val="0070c0"/>
                </a:solidFill>
                <a:latin typeface="Courier New"/>
              </a:rPr>
              <a:t> rc libname.a object.o</a:t>
            </a:r>
            <a:endParaRPr b="0" lang="en-US" sz="24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0" lang="en-US" sz="2400" spc="-1" strike="noStrike">
                <a:solidFill>
                  <a:srgbClr val="333333"/>
                </a:solidFill>
                <a:latin typeface="Verdana"/>
              </a:rPr>
              <a:t>Step 4: Linking your program to the libraries, make sure you specify where the library can be found</a:t>
            </a:r>
            <a:endParaRPr b="0" lang="en-US" sz="2400" spc="-1" strike="noStrike">
              <a:latin typeface="Arial"/>
            </a:endParaRPr>
          </a:p>
          <a:p>
            <a:pPr>
              <a:lnSpc>
                <a:spcPct val="100000"/>
              </a:lnSpc>
              <a:spcBef>
                <a:spcPts val="479"/>
              </a:spcBef>
              <a:buNone/>
              <a:tabLst>
                <a:tab algn="l" pos="0"/>
              </a:tabLst>
            </a:pPr>
            <a:r>
              <a:rPr b="0" lang="en-US" sz="2400" spc="-1" strike="noStrike">
                <a:solidFill>
                  <a:srgbClr val="292934"/>
                </a:solidFill>
                <a:latin typeface="Arial"/>
              </a:rPr>
              <a:t>	</a:t>
            </a:r>
            <a:r>
              <a:rPr b="0" lang="en-US" sz="2400" spc="-1" strike="noStrike">
                <a:solidFill>
                  <a:srgbClr val="0070c0"/>
                </a:solidFill>
                <a:latin typeface="Courier New"/>
              </a:rPr>
              <a:t>gcc file.c </a:t>
            </a:r>
            <a:r>
              <a:rPr b="0" lang="en-US" sz="2400" spc="-1" strike="noStrike">
                <a:solidFill>
                  <a:srgbClr val="ff0000"/>
                </a:solidFill>
                <a:latin typeface="Courier New"/>
              </a:rPr>
              <a:t>-L.</a:t>
            </a:r>
            <a:r>
              <a:rPr b="0" lang="en-US" sz="2400" spc="-1" strike="noStrike">
                <a:solidFill>
                  <a:srgbClr val="0070c0"/>
                </a:solidFill>
                <a:latin typeface="Courier New"/>
              </a:rPr>
              <a:t> -lname -o newfile</a:t>
            </a:r>
            <a:endParaRPr b="0" lang="en-US" sz="2400" spc="-1" strike="noStrike">
              <a:latin typeface="Arial"/>
            </a:endParaRPr>
          </a:p>
        </p:txBody>
      </p:sp>
      <p:sp>
        <p:nvSpPr>
          <p:cNvPr id="4" name="PlaceHolder 3"/>
          <p:cNvSpPr>
            <a:spLocks noGrp="1"/>
          </p:cNvSpPr>
          <p:nvPr>
            <p:ph type="sldNum" idx="8"/>
          </p:nvPr>
        </p:nvSpPr>
        <p:spPr/>
        <p:txBody>
          <a:bodyPr/>
          <a:p>
            <a:fld id="{F670333E-6E94-42AA-98F9-B36F7F771E27}" type="slidenum">
              <a:t>36</a:t>
            </a:fld>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1" lang="en-US" sz="4000" spc="-100" strike="noStrike">
                <a:solidFill>
                  <a:srgbClr val="d2533c"/>
                </a:solidFill>
                <a:latin typeface="Arial"/>
              </a:rPr>
              <a:t>Create a C library</a:t>
            </a:r>
            <a:endParaRPr b="0" lang="en-US" sz="4000" spc="-1" strike="noStrike">
              <a:latin typeface="Arial"/>
            </a:endParaRPr>
          </a:p>
        </p:txBody>
      </p:sp>
      <p:sp>
        <p:nvSpPr>
          <p:cNvPr id="270" name="PlaceHolder 2"/>
          <p:cNvSpPr>
            <a:spLocks noGrp="1"/>
          </p:cNvSpPr>
          <p:nvPr>
            <p:ph/>
          </p:nvPr>
        </p:nvSpPr>
        <p:spPr>
          <a:xfrm>
            <a:off x="457200" y="1600200"/>
            <a:ext cx="8228880" cy="4876200"/>
          </a:xfrm>
          <a:prstGeom prst="rect">
            <a:avLst/>
          </a:prstGeom>
          <a:noFill/>
          <a:ln w="0">
            <a:noFill/>
          </a:ln>
        </p:spPr>
        <p:txBody>
          <a:bodyPr lIns="90000" rIns="90000" tIns="45000" bIns="45000" anchor="t">
            <a:normAutofit fontScale="99000"/>
          </a:bodyPr>
          <a:p>
            <a:pPr>
              <a:lnSpc>
                <a:spcPct val="100000"/>
              </a:lnSpc>
              <a:spcBef>
                <a:spcPts val="479"/>
              </a:spcBef>
              <a:buNone/>
              <a:tabLst>
                <a:tab algn="l" pos="0"/>
              </a:tabLst>
            </a:pPr>
            <a:r>
              <a:rPr b="1" lang="en-US" sz="2400" spc="-1" strike="noStrike">
                <a:solidFill>
                  <a:srgbClr val="292934"/>
                </a:solidFill>
                <a:latin typeface="Arial"/>
              </a:rPr>
              <a:t>Create dynamic libraries</a:t>
            </a:r>
            <a:endParaRPr b="0" lang="en-US" sz="24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0" lang="en-US" sz="2400" spc="-1" strike="noStrike">
                <a:solidFill>
                  <a:srgbClr val="292934"/>
                </a:solidFill>
                <a:latin typeface="Arial"/>
              </a:rPr>
              <a:t>Step 1: </a:t>
            </a:r>
            <a:r>
              <a:rPr b="0" lang="en-US" sz="2400" spc="-1" strike="noStrike">
                <a:solidFill>
                  <a:srgbClr val="333333"/>
                </a:solidFill>
                <a:latin typeface="Verdana"/>
              </a:rPr>
              <a:t>create C source files containing any functions that will be used.</a:t>
            </a:r>
            <a:endParaRPr b="0" lang="en-US" sz="24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0" lang="en-US" sz="2400" spc="-1" strike="noStrike">
                <a:solidFill>
                  <a:srgbClr val="333333"/>
                </a:solidFill>
                <a:latin typeface="Verdana"/>
              </a:rPr>
              <a:t>Step 2: Compile these files into Position Independent Code</a:t>
            </a:r>
            <a:endParaRPr b="0" lang="en-US" sz="2400" spc="-1" strike="noStrike">
              <a:latin typeface="Arial"/>
            </a:endParaRPr>
          </a:p>
          <a:p>
            <a:pPr>
              <a:lnSpc>
                <a:spcPct val="100000"/>
              </a:lnSpc>
              <a:spcBef>
                <a:spcPts val="479"/>
              </a:spcBef>
              <a:buNone/>
              <a:tabLst>
                <a:tab algn="l" pos="0"/>
              </a:tabLst>
            </a:pPr>
            <a:r>
              <a:rPr b="0" lang="en-US" sz="2400" spc="-1" strike="noStrike">
                <a:solidFill>
                  <a:srgbClr val="333333"/>
                </a:solidFill>
                <a:latin typeface="Verdana"/>
              </a:rPr>
              <a:t>	</a:t>
            </a:r>
            <a:r>
              <a:rPr b="0" lang="en-US" sz="2400" spc="-1" strike="noStrike">
                <a:solidFill>
                  <a:srgbClr val="0070c0"/>
                </a:solidFill>
                <a:latin typeface="Courier New"/>
              </a:rPr>
              <a:t>gcc </a:t>
            </a:r>
            <a:r>
              <a:rPr b="0" lang="en-US" sz="2400" spc="-1" strike="noStrike">
                <a:solidFill>
                  <a:srgbClr val="ff0000"/>
                </a:solidFill>
                <a:latin typeface="Courier New"/>
              </a:rPr>
              <a:t>-fPIC -c </a:t>
            </a:r>
            <a:r>
              <a:rPr b="0" lang="en-US" sz="2400" spc="-1" strike="noStrike">
                <a:solidFill>
                  <a:srgbClr val="0070c0"/>
                </a:solidFill>
                <a:latin typeface="Courier New"/>
              </a:rPr>
              <a:t>libraryCode.c -o object.o </a:t>
            </a:r>
            <a:endParaRPr b="0" lang="en-US" sz="24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0" lang="en-US" sz="2400" spc="-1" strike="noStrike">
                <a:solidFill>
                  <a:srgbClr val="333333"/>
                </a:solidFill>
                <a:latin typeface="Verdana"/>
              </a:rPr>
              <a:t>Step 3: Create library</a:t>
            </a:r>
            <a:endParaRPr b="0" lang="en-US" sz="2400" spc="-1" strike="noStrike">
              <a:latin typeface="Arial"/>
            </a:endParaRPr>
          </a:p>
          <a:p>
            <a:pPr>
              <a:lnSpc>
                <a:spcPct val="100000"/>
              </a:lnSpc>
              <a:spcBef>
                <a:spcPts val="479"/>
              </a:spcBef>
              <a:buNone/>
              <a:tabLst>
                <a:tab algn="l" pos="0"/>
              </a:tabLst>
            </a:pPr>
            <a:r>
              <a:rPr b="0" lang="en-US" sz="2400" spc="-1" strike="noStrike">
                <a:solidFill>
                  <a:srgbClr val="333333"/>
                </a:solidFill>
                <a:latin typeface="Verdana"/>
              </a:rPr>
              <a:t>	</a:t>
            </a:r>
            <a:r>
              <a:rPr b="0" lang="pt-BR" sz="2400" spc="-1" strike="noStrike">
                <a:solidFill>
                  <a:srgbClr val="0070c0"/>
                </a:solidFill>
                <a:latin typeface="Courier New"/>
              </a:rPr>
              <a:t>gcc </a:t>
            </a:r>
            <a:r>
              <a:rPr b="0" lang="pt-BR" sz="2400" spc="-1" strike="noStrike">
                <a:solidFill>
                  <a:srgbClr val="ff0000"/>
                </a:solidFill>
                <a:latin typeface="Courier New"/>
              </a:rPr>
              <a:t>-shared </a:t>
            </a:r>
            <a:r>
              <a:rPr b="0" lang="pt-BR" sz="2400" spc="-1" strike="noStrike">
                <a:solidFill>
                  <a:srgbClr val="0070c0"/>
                </a:solidFill>
                <a:latin typeface="Courier New"/>
              </a:rPr>
              <a:t>-o libname.so objfile.o</a:t>
            </a:r>
            <a:endParaRPr b="0" lang="en-US" sz="24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0" lang="en-US" sz="2400" spc="-1" strike="noStrike">
                <a:solidFill>
                  <a:srgbClr val="333333"/>
                </a:solidFill>
                <a:latin typeface="Verdana"/>
              </a:rPr>
              <a:t>Step 4: Linking your program to the libraries, make sure you specify where the library can be found</a:t>
            </a:r>
            <a:endParaRPr b="0" lang="en-US" sz="2400" spc="-1" strike="noStrike">
              <a:latin typeface="Arial"/>
            </a:endParaRPr>
          </a:p>
          <a:p>
            <a:pPr>
              <a:lnSpc>
                <a:spcPct val="100000"/>
              </a:lnSpc>
              <a:spcBef>
                <a:spcPts val="479"/>
              </a:spcBef>
              <a:buNone/>
              <a:tabLst>
                <a:tab algn="l" pos="0"/>
              </a:tabLst>
            </a:pPr>
            <a:r>
              <a:rPr b="0" lang="en-US" sz="2400" spc="-1" strike="noStrike">
                <a:solidFill>
                  <a:srgbClr val="292934"/>
                </a:solidFill>
                <a:latin typeface="Arial"/>
              </a:rPr>
              <a:t>	</a:t>
            </a:r>
            <a:r>
              <a:rPr b="0" lang="en-US" sz="2400" spc="-1" strike="noStrike">
                <a:solidFill>
                  <a:srgbClr val="0070c0"/>
                </a:solidFill>
                <a:latin typeface="Courier New"/>
              </a:rPr>
              <a:t>gcc file.c </a:t>
            </a:r>
            <a:r>
              <a:rPr b="0" lang="en-US" sz="2400" spc="-1" strike="noStrike">
                <a:solidFill>
                  <a:srgbClr val="ff0000"/>
                </a:solidFill>
                <a:latin typeface="Courier New"/>
              </a:rPr>
              <a:t>-L.</a:t>
            </a:r>
            <a:r>
              <a:rPr b="0" lang="en-US" sz="2400" spc="-1" strike="noStrike">
                <a:solidFill>
                  <a:srgbClr val="0070c0"/>
                </a:solidFill>
                <a:latin typeface="Courier New"/>
              </a:rPr>
              <a:t> -lname -o newfile</a:t>
            </a:r>
            <a:endParaRPr b="0" lang="en-US" sz="2400" spc="-1" strike="noStrike">
              <a:latin typeface="Arial"/>
            </a:endParaRPr>
          </a:p>
        </p:txBody>
      </p:sp>
      <p:sp>
        <p:nvSpPr>
          <p:cNvPr id="4" name="PlaceHolder 3"/>
          <p:cNvSpPr>
            <a:spLocks noGrp="1"/>
          </p:cNvSpPr>
          <p:nvPr>
            <p:ph type="sldNum" idx="8"/>
          </p:nvPr>
        </p:nvSpPr>
        <p:spPr/>
        <p:txBody>
          <a:bodyPr/>
          <a:p>
            <a:fld id="{9AB85A45-7A47-4DC5-8C2D-2A6C555FAA79}" type="slidenum">
              <a:t>37</a:t>
            </a:fld>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1" lang="en-US" sz="4000" spc="-100" strike="noStrike">
                <a:solidFill>
                  <a:srgbClr val="d2533c"/>
                </a:solidFill>
                <a:latin typeface="Arial"/>
              </a:rPr>
              <a:t>Create a C library</a:t>
            </a:r>
            <a:endParaRPr b="0" lang="en-US" sz="4000" spc="-1" strike="noStrike">
              <a:latin typeface="Arial"/>
            </a:endParaRPr>
          </a:p>
        </p:txBody>
      </p:sp>
      <p:sp>
        <p:nvSpPr>
          <p:cNvPr id="272" name="PlaceHolder 2"/>
          <p:cNvSpPr>
            <a:spLocks noGrp="1"/>
          </p:cNvSpPr>
          <p:nvPr>
            <p:ph/>
          </p:nvPr>
        </p:nvSpPr>
        <p:spPr>
          <a:xfrm>
            <a:off x="457200" y="1600200"/>
            <a:ext cx="8228880" cy="4876200"/>
          </a:xfrm>
          <a:prstGeom prst="rect">
            <a:avLst/>
          </a:prstGeom>
          <a:noFill/>
          <a:ln w="0">
            <a:noFill/>
          </a:ln>
        </p:spPr>
        <p:txBody>
          <a:bodyPr lIns="90000" rIns="90000" tIns="45000" bIns="45000" anchor="t">
            <a:normAutofit/>
          </a:bodyPr>
          <a:p>
            <a:pPr>
              <a:lnSpc>
                <a:spcPct val="100000"/>
              </a:lnSpc>
              <a:spcBef>
                <a:spcPts val="479"/>
              </a:spcBef>
              <a:buNone/>
              <a:tabLst>
                <a:tab algn="l" pos="0"/>
              </a:tabLst>
            </a:pPr>
            <a:r>
              <a:rPr b="1" lang="en-US" sz="2400" spc="-1" strike="noStrike">
                <a:solidFill>
                  <a:srgbClr val="292934"/>
                </a:solidFill>
                <a:latin typeface="Arial"/>
              </a:rPr>
              <a:t>Create dynamic libraries</a:t>
            </a:r>
            <a:endParaRPr b="0" lang="en-US" sz="24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0" lang="en-US" sz="2400" spc="-1" strike="noStrike">
                <a:solidFill>
                  <a:srgbClr val="292934"/>
                </a:solidFill>
                <a:latin typeface="Arial"/>
              </a:rPr>
              <a:t>Step 5: Copy file library.h to </a:t>
            </a:r>
            <a:r>
              <a:rPr b="1" lang="en-US" sz="2400" spc="-1" strike="noStrike">
                <a:solidFill>
                  <a:srgbClr val="292934"/>
                </a:solidFill>
                <a:latin typeface="Arial"/>
              </a:rPr>
              <a:t>/usr/include </a:t>
            </a:r>
            <a:r>
              <a:rPr b="0" lang="en-US" sz="2400" spc="-1" strike="noStrike">
                <a:solidFill>
                  <a:srgbClr val="292934"/>
                </a:solidFill>
                <a:latin typeface="Arial"/>
              </a:rPr>
              <a:t>and</a:t>
            </a:r>
            <a:endParaRPr b="0" lang="en-US" sz="2400" spc="-1" strike="noStrike">
              <a:latin typeface="Arial"/>
            </a:endParaRPr>
          </a:p>
          <a:p>
            <a:pPr>
              <a:lnSpc>
                <a:spcPct val="100000"/>
              </a:lnSpc>
              <a:spcBef>
                <a:spcPts val="479"/>
              </a:spcBef>
              <a:buNone/>
              <a:tabLst>
                <a:tab algn="l" pos="0"/>
              </a:tabLst>
            </a:pPr>
            <a:r>
              <a:rPr b="0" lang="en-US" sz="2400" spc="-1" strike="noStrike">
                <a:solidFill>
                  <a:srgbClr val="333333"/>
                </a:solidFill>
                <a:latin typeface="Verdana"/>
              </a:rPr>
              <a:t>	</a:t>
            </a:r>
            <a:r>
              <a:rPr b="0" lang="en-US" sz="2400" spc="-1" strike="noStrike">
                <a:solidFill>
                  <a:srgbClr val="333333"/>
                </a:solidFill>
                <a:latin typeface="Verdana"/>
              </a:rPr>
              <a:t>	</a:t>
            </a:r>
            <a:r>
              <a:rPr b="0" lang="en-US" sz="2000" spc="-1" strike="noStrike">
                <a:solidFill>
                  <a:srgbClr val="333333"/>
                </a:solidFill>
                <a:latin typeface="Verdana"/>
              </a:rPr>
              <a:t>  </a:t>
            </a:r>
            <a:r>
              <a:rPr b="0" lang="en-US" sz="2400" spc="-1" strike="noStrike">
                <a:solidFill>
                  <a:srgbClr val="333333"/>
                </a:solidFill>
                <a:latin typeface="Arial"/>
              </a:rPr>
              <a:t>file library.so to </a:t>
            </a:r>
            <a:r>
              <a:rPr b="1" lang="en-US" sz="2400" spc="-1" strike="noStrike">
                <a:solidFill>
                  <a:srgbClr val="333333"/>
                </a:solidFill>
                <a:latin typeface="Arial"/>
              </a:rPr>
              <a:t>/usr/lib</a:t>
            </a:r>
            <a:endParaRPr b="0" lang="en-US" sz="2400" spc="-1" strike="noStrike">
              <a:latin typeface="Arial"/>
            </a:endParaRPr>
          </a:p>
          <a:p>
            <a:pPr>
              <a:lnSpc>
                <a:spcPct val="100000"/>
              </a:lnSpc>
              <a:spcBef>
                <a:spcPts val="479"/>
              </a:spcBef>
              <a:buNone/>
              <a:tabLst>
                <a:tab algn="l" pos="0"/>
              </a:tabLst>
            </a:pPr>
            <a:r>
              <a:rPr b="0" lang="en-US" sz="2400" spc="-1" strike="noStrike">
                <a:solidFill>
                  <a:srgbClr val="333333"/>
                </a:solidFill>
                <a:latin typeface="Arial"/>
              </a:rPr>
              <a:t>   </a:t>
            </a:r>
            <a:r>
              <a:rPr b="0" lang="en-US" sz="2400" spc="-1" strike="noStrike">
                <a:solidFill>
                  <a:srgbClr val="333333"/>
                </a:solidFill>
                <a:latin typeface="Arial"/>
              </a:rPr>
              <a:t>or declare library path in List of Dynamic Dependencies</a:t>
            </a:r>
            <a:endParaRPr b="0" lang="en-US" sz="2400" spc="-1" strike="noStrike">
              <a:latin typeface="Arial"/>
            </a:endParaRPr>
          </a:p>
          <a:p>
            <a:pPr>
              <a:lnSpc>
                <a:spcPct val="100000"/>
              </a:lnSpc>
              <a:spcBef>
                <a:spcPts val="400"/>
              </a:spcBef>
              <a:buNone/>
              <a:tabLst>
                <a:tab algn="l" pos="0"/>
              </a:tabLst>
            </a:pPr>
            <a:r>
              <a:rPr b="0" lang="en-US" sz="2000" spc="-1" strike="noStrike">
                <a:solidFill>
                  <a:srgbClr val="333333"/>
                </a:solidFill>
                <a:latin typeface="Courier New"/>
              </a:rPr>
              <a:t>     </a:t>
            </a:r>
            <a:r>
              <a:rPr b="0" lang="en-US" sz="2000" spc="-1" strike="noStrike">
                <a:solidFill>
                  <a:srgbClr val="333333"/>
                </a:solidFill>
                <a:latin typeface="Courier New"/>
              </a:rPr>
              <a:t>export LD_LIBRARY_PATH=:/path/to/library.so</a:t>
            </a:r>
            <a:endParaRPr b="0" lang="en-US" sz="2000" spc="-1" strike="noStrike">
              <a:latin typeface="Arial"/>
            </a:endParaRPr>
          </a:p>
        </p:txBody>
      </p:sp>
      <p:sp>
        <p:nvSpPr>
          <p:cNvPr id="4" name="PlaceHolder 3"/>
          <p:cNvSpPr>
            <a:spLocks noGrp="1"/>
          </p:cNvSpPr>
          <p:nvPr>
            <p:ph type="sldNum" idx="8"/>
          </p:nvPr>
        </p:nvSpPr>
        <p:spPr/>
        <p:txBody>
          <a:bodyPr/>
          <a:p>
            <a:fld id="{4897A9CF-444E-4CE4-9034-FF0339C850A5}" type="slidenum">
              <a:t>38</a:t>
            </a:fld>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1" lang="en-US" sz="4000" spc="-100" strike="noStrike">
                <a:solidFill>
                  <a:srgbClr val="d2533c"/>
                </a:solidFill>
                <a:latin typeface="Arial"/>
              </a:rPr>
              <a:t>Device Driver</a:t>
            </a:r>
            <a:endParaRPr b="0" lang="en-US" sz="4000" spc="-1" strike="noStrike">
              <a:latin typeface="Arial"/>
            </a:endParaRPr>
          </a:p>
        </p:txBody>
      </p:sp>
      <p:sp>
        <p:nvSpPr>
          <p:cNvPr id="274" name="PlaceHolder 2"/>
          <p:cNvSpPr>
            <a:spLocks noGrp="1"/>
          </p:cNvSpPr>
          <p:nvPr>
            <p:ph/>
          </p:nvPr>
        </p:nvSpPr>
        <p:spPr>
          <a:xfrm>
            <a:off x="457200" y="1600200"/>
            <a:ext cx="4799880" cy="4876200"/>
          </a:xfrm>
          <a:prstGeom prst="rect">
            <a:avLst/>
          </a:prstGeom>
          <a:noFill/>
          <a:ln w="0">
            <a:noFill/>
          </a:ln>
        </p:spPr>
        <p:txBody>
          <a:bodyPr lIns="90000" rIns="90000" tIns="45000" bIns="45000" anchor="t">
            <a:noAutofit/>
          </a:bodyPr>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Device driver is a computer program that </a:t>
            </a:r>
            <a:r>
              <a:rPr b="1" lang="en-US" sz="2400" spc="-1" strike="noStrike">
                <a:solidFill>
                  <a:srgbClr val="292934"/>
                </a:solidFill>
                <a:latin typeface="Arial"/>
              </a:rPr>
              <a:t>operates or controls a particular type of device</a:t>
            </a:r>
            <a:r>
              <a:rPr b="0" lang="en-US" sz="2400" spc="-1" strike="noStrike">
                <a:solidFill>
                  <a:srgbClr val="292934"/>
                </a:solidFill>
                <a:latin typeface="Arial"/>
              </a:rPr>
              <a:t> that is attached to a computer</a:t>
            </a: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Driver provides a </a:t>
            </a:r>
            <a:r>
              <a:rPr b="1" lang="en-US" sz="2400" spc="-1" strike="noStrike">
                <a:solidFill>
                  <a:srgbClr val="292934"/>
                </a:solidFill>
                <a:latin typeface="Arial"/>
              </a:rPr>
              <a:t>software interface </a:t>
            </a:r>
            <a:r>
              <a:rPr b="0" lang="en-US" sz="2400" spc="-1" strike="noStrike">
                <a:solidFill>
                  <a:srgbClr val="292934"/>
                </a:solidFill>
                <a:latin typeface="Arial"/>
              </a:rPr>
              <a:t>to hardware devices, enabling operating systems and other computer programs to access hardware functions.</a:t>
            </a:r>
            <a:endParaRPr b="0" lang="en-US" sz="2400" spc="-1" strike="noStrike">
              <a:latin typeface="Arial"/>
            </a:endParaRPr>
          </a:p>
          <a:p>
            <a:pPr>
              <a:lnSpc>
                <a:spcPct val="100000"/>
              </a:lnSpc>
              <a:spcBef>
                <a:spcPts val="479"/>
              </a:spcBef>
              <a:buNone/>
            </a:pPr>
            <a:endParaRPr b="0" lang="en-US" sz="2400" spc="-1" strike="noStrike">
              <a:latin typeface="Arial"/>
            </a:endParaRPr>
          </a:p>
        </p:txBody>
      </p:sp>
      <p:grpSp>
        <p:nvGrpSpPr>
          <p:cNvPr id="275" name="Group 2"/>
          <p:cNvGrpSpPr/>
          <p:nvPr/>
        </p:nvGrpSpPr>
        <p:grpSpPr>
          <a:xfrm>
            <a:off x="5281200" y="1752480"/>
            <a:ext cx="3733200" cy="3279600"/>
            <a:chOff x="5281200" y="1752480"/>
            <a:chExt cx="3733200" cy="3279600"/>
          </a:xfrm>
        </p:grpSpPr>
        <p:pic>
          <p:nvPicPr>
            <p:cNvPr id="276" name="Picture 8" descr=""/>
            <p:cNvPicPr/>
            <p:nvPr/>
          </p:nvPicPr>
          <p:blipFill>
            <a:blip r:embed="rId1"/>
            <a:stretch/>
          </p:blipFill>
          <p:spPr>
            <a:xfrm>
              <a:off x="5281200" y="1752480"/>
              <a:ext cx="3733200" cy="3279600"/>
            </a:xfrm>
            <a:prstGeom prst="rect">
              <a:avLst/>
            </a:prstGeom>
            <a:ln w="0">
              <a:noFill/>
            </a:ln>
          </p:spPr>
        </p:pic>
        <p:sp>
          <p:nvSpPr>
            <p:cNvPr id="277" name="Rectangle 14"/>
            <p:cNvSpPr/>
            <p:nvPr/>
          </p:nvSpPr>
          <p:spPr>
            <a:xfrm>
              <a:off x="6500520" y="4724280"/>
              <a:ext cx="990000" cy="2278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sp>
      </p:gr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1" lang="en-US" sz="4000" spc="-100" strike="noStrike">
                <a:solidFill>
                  <a:srgbClr val="d2533c"/>
                </a:solidFill>
                <a:latin typeface="Arial"/>
              </a:rPr>
              <a:t>Functions of Driver</a:t>
            </a:r>
            <a:endParaRPr b="0" lang="en-US" sz="4000" spc="-1" strike="noStrike">
              <a:latin typeface="Arial"/>
            </a:endParaRPr>
          </a:p>
        </p:txBody>
      </p:sp>
      <p:sp>
        <p:nvSpPr>
          <p:cNvPr id="279" name="PlaceHolder 2"/>
          <p:cNvSpPr>
            <a:spLocks noGrp="1"/>
          </p:cNvSpPr>
          <p:nvPr>
            <p:ph/>
          </p:nvPr>
        </p:nvSpPr>
        <p:spPr>
          <a:xfrm>
            <a:off x="457200" y="1600200"/>
            <a:ext cx="8228880" cy="4876200"/>
          </a:xfrm>
          <a:prstGeom prst="rect">
            <a:avLst/>
          </a:prstGeom>
          <a:noFill/>
          <a:ln w="0">
            <a:noFill/>
          </a:ln>
        </p:spPr>
        <p:txBody>
          <a:bodyPr lIns="90000" rIns="90000" tIns="45000" bIns="45000" anchor="t">
            <a:noAutofit/>
          </a:bodyPr>
          <a:p>
            <a:pPr marL="182880" indent="-182880">
              <a:lnSpc>
                <a:spcPct val="100000"/>
              </a:lnSpc>
              <a:spcBef>
                <a:spcPts val="561"/>
              </a:spcBef>
              <a:buClr>
                <a:srgbClr val="93a299"/>
              </a:buClr>
              <a:buSzPct val="85000"/>
              <a:buFont typeface="Arial"/>
              <a:buChar char="•"/>
            </a:pPr>
            <a:r>
              <a:rPr b="0" lang="en-US" sz="2800" spc="-1" strike="noStrike">
                <a:solidFill>
                  <a:srgbClr val="292934"/>
                </a:solidFill>
                <a:latin typeface="Arial"/>
              </a:rPr>
              <a:t>Isolate the user program from the complexity of the hardware device</a:t>
            </a:r>
            <a:endParaRPr b="0" lang="en-US" sz="2800" spc="-1" strike="noStrike">
              <a:latin typeface="Arial"/>
            </a:endParaRPr>
          </a:p>
          <a:p>
            <a:pPr lvl="1" marL="457200" indent="-182880">
              <a:lnSpc>
                <a:spcPct val="100000"/>
              </a:lnSpc>
              <a:spcBef>
                <a:spcPts val="400"/>
              </a:spcBef>
              <a:buClr>
                <a:srgbClr val="93a299"/>
              </a:buClr>
              <a:buSzPct val="85000"/>
              <a:buFont typeface="Arial"/>
              <a:buChar char="•"/>
            </a:pPr>
            <a:r>
              <a:rPr b="0" lang="en-US" sz="2000" spc="-1" strike="noStrike">
                <a:solidFill>
                  <a:srgbClr val="292934"/>
                </a:solidFill>
                <a:latin typeface="Arial"/>
              </a:rPr>
              <a:t>E.g. open, copy a file in hard disk</a:t>
            </a:r>
            <a:endParaRPr b="0" lang="en-US" sz="2000" spc="-1" strike="noStrike">
              <a:latin typeface="Arial"/>
            </a:endParaRPr>
          </a:p>
          <a:p>
            <a:pPr>
              <a:lnSpc>
                <a:spcPct val="100000"/>
              </a:lnSpc>
              <a:buNone/>
            </a:pPr>
            <a:endParaRPr b="0" lang="en-US" sz="2000" spc="-1" strike="noStrike">
              <a:latin typeface="Arial"/>
            </a:endParaRPr>
          </a:p>
          <a:p>
            <a:pPr>
              <a:lnSpc>
                <a:spcPct val="100000"/>
              </a:lnSpc>
              <a:spcBef>
                <a:spcPts val="479"/>
              </a:spcBef>
              <a:buNone/>
            </a:pPr>
            <a:endParaRPr b="0" lang="en-US" sz="2400" spc="-1" strike="noStrike">
              <a:latin typeface="Arial"/>
            </a:endParaRPr>
          </a:p>
          <a:p>
            <a:pPr marL="182880" indent="-182880">
              <a:lnSpc>
                <a:spcPct val="100000"/>
              </a:lnSpc>
              <a:spcBef>
                <a:spcPts val="561"/>
              </a:spcBef>
              <a:buClr>
                <a:srgbClr val="93a299"/>
              </a:buClr>
              <a:buSzPct val="85000"/>
              <a:buFont typeface="Arial"/>
              <a:buChar char="•"/>
            </a:pPr>
            <a:r>
              <a:rPr b="0" lang="en-US" sz="2800" spc="-1" strike="noStrike">
                <a:solidFill>
                  <a:srgbClr val="292934"/>
                </a:solidFill>
                <a:latin typeface="Arial"/>
              </a:rPr>
              <a:t>Provides a consistent user interface to a large variety of hardware device</a:t>
            </a:r>
            <a:endParaRPr b="0" lang="en-US" sz="2800" spc="-1" strike="noStrike">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1" lang="en-US" sz="4000" spc="-100" strike="noStrike">
                <a:solidFill>
                  <a:srgbClr val="d2533c"/>
                </a:solidFill>
                <a:latin typeface="Arial"/>
              </a:rPr>
              <a:t>Device Driver Architecture </a:t>
            </a:r>
            <a:endParaRPr b="0" lang="en-US" sz="4000" spc="-1" strike="noStrike">
              <a:latin typeface="Arial"/>
            </a:endParaRPr>
          </a:p>
        </p:txBody>
      </p:sp>
      <p:sp>
        <p:nvSpPr>
          <p:cNvPr id="281" name="PlaceHolder 2"/>
          <p:cNvSpPr>
            <a:spLocks noGrp="1"/>
          </p:cNvSpPr>
          <p:nvPr>
            <p:ph/>
          </p:nvPr>
        </p:nvSpPr>
        <p:spPr>
          <a:xfrm>
            <a:off x="457200" y="1600200"/>
            <a:ext cx="8228880" cy="4876200"/>
          </a:xfrm>
          <a:prstGeom prst="rect">
            <a:avLst/>
          </a:prstGeom>
          <a:noFill/>
          <a:ln w="0">
            <a:noFill/>
          </a:ln>
        </p:spPr>
        <p:txBody>
          <a:bodyPr lIns="90000" rIns="90000" tIns="45000" bIns="45000" anchor="t">
            <a:normAutofit fontScale="94000"/>
          </a:bodyPr>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Linux lets you add and remove kernel components at runtime</a:t>
            </a:r>
            <a:endParaRPr b="0" lang="en-US" sz="2400" spc="-1" strike="noStrike">
              <a:latin typeface="Arial"/>
            </a:endParaRPr>
          </a:p>
          <a:p>
            <a:pPr lvl="1" marL="457200" indent="-182880">
              <a:lnSpc>
                <a:spcPct val="100000"/>
              </a:lnSpc>
              <a:spcBef>
                <a:spcPts val="400"/>
              </a:spcBef>
              <a:buClr>
                <a:srgbClr val="93a299"/>
              </a:buClr>
              <a:buSzPct val="85000"/>
              <a:buFont typeface="Arial"/>
              <a:buChar char="•"/>
            </a:pPr>
            <a:r>
              <a:rPr b="0" lang="en-US" sz="2000" spc="-1" strike="noStrike">
                <a:solidFill>
                  <a:srgbClr val="292934"/>
                </a:solidFill>
                <a:latin typeface="Arial"/>
              </a:rPr>
              <a:t>Provide flexibility</a:t>
            </a:r>
            <a:endParaRPr b="0" lang="en-US" sz="2000" spc="-1" strike="noStrike">
              <a:latin typeface="Arial"/>
            </a:endParaRPr>
          </a:p>
          <a:p>
            <a:pPr lvl="1" marL="457200" indent="-182880">
              <a:lnSpc>
                <a:spcPct val="100000"/>
              </a:lnSpc>
              <a:spcBef>
                <a:spcPts val="400"/>
              </a:spcBef>
              <a:buClr>
                <a:srgbClr val="93a299"/>
              </a:buClr>
              <a:buSzPct val="85000"/>
              <a:buFont typeface="Arial"/>
              <a:buChar char="•"/>
            </a:pPr>
            <a:r>
              <a:rPr b="0" lang="en-US" sz="2000" spc="-1" strike="noStrike">
                <a:solidFill>
                  <a:srgbClr val="292934"/>
                </a:solidFill>
                <a:latin typeface="Arial"/>
              </a:rPr>
              <a:t>Enhance upgrade capability</a:t>
            </a:r>
            <a:endParaRPr b="0" lang="en-US" sz="2000" spc="-1" strike="noStrike">
              <a:latin typeface="Arial"/>
            </a:endParaRPr>
          </a:p>
          <a:p>
            <a:pPr lvl="1" marL="457200" indent="-182880">
              <a:lnSpc>
                <a:spcPct val="100000"/>
              </a:lnSpc>
              <a:spcBef>
                <a:spcPts val="400"/>
              </a:spcBef>
              <a:buClr>
                <a:srgbClr val="93a299"/>
              </a:buClr>
              <a:buSzPct val="85000"/>
              <a:buFont typeface="Arial"/>
              <a:buChar char="•"/>
            </a:pPr>
            <a:r>
              <a:rPr b="0" lang="en-US" sz="2000" spc="-1" strike="noStrike">
                <a:solidFill>
                  <a:srgbClr val="292934"/>
                </a:solidFill>
                <a:latin typeface="Arial"/>
              </a:rPr>
              <a:t>Module can be stored on media other than root</a:t>
            </a:r>
            <a:endParaRPr b="0" lang="en-US" sz="2000" spc="-1" strike="noStrike">
              <a:latin typeface="Arial"/>
            </a:endParaRPr>
          </a:p>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Linux device driver are broadly classified into 3 basic categories:</a:t>
            </a:r>
            <a:endParaRPr b="0" lang="en-US" sz="2400" spc="-1" strike="noStrike">
              <a:latin typeface="Arial"/>
            </a:endParaRPr>
          </a:p>
          <a:p>
            <a:pPr lvl="1" marL="457200" indent="-182880">
              <a:lnSpc>
                <a:spcPct val="100000"/>
              </a:lnSpc>
              <a:spcBef>
                <a:spcPts val="400"/>
              </a:spcBef>
              <a:buClr>
                <a:srgbClr val="93a299"/>
              </a:buClr>
              <a:buSzPct val="85000"/>
              <a:buFont typeface="Arial"/>
              <a:buChar char="•"/>
            </a:pPr>
            <a:r>
              <a:rPr b="1" lang="en-US" sz="2000" spc="-1" strike="noStrike">
                <a:solidFill>
                  <a:srgbClr val="0070c0"/>
                </a:solidFill>
                <a:latin typeface="Arial"/>
              </a:rPr>
              <a:t>Character devices </a:t>
            </a:r>
            <a:r>
              <a:rPr b="0" lang="en-US" sz="2000" spc="-1" strike="noStrike">
                <a:solidFill>
                  <a:srgbClr val="292934"/>
                </a:solidFill>
                <a:latin typeface="Arial"/>
              </a:rPr>
              <a:t>can be thought of as serial streams of sequential data.</a:t>
            </a:r>
            <a:endParaRPr b="0" lang="en-US" sz="2000" spc="-1" strike="noStrike">
              <a:latin typeface="Arial"/>
            </a:endParaRPr>
          </a:p>
          <a:p>
            <a:pPr marL="274320">
              <a:lnSpc>
                <a:spcPct val="100000"/>
              </a:lnSpc>
              <a:spcBef>
                <a:spcPts val="400"/>
              </a:spcBef>
              <a:buNone/>
              <a:tabLst>
                <a:tab algn="l" pos="0"/>
              </a:tabLst>
            </a:pPr>
            <a:r>
              <a:rPr b="0" lang="en-US" sz="2000" spc="-1" strike="noStrike">
                <a:solidFill>
                  <a:srgbClr val="292934"/>
                </a:solidFill>
                <a:latin typeface="Arial"/>
              </a:rPr>
              <a:t>   </a:t>
            </a:r>
            <a:r>
              <a:rPr b="0" lang="en-US" sz="2000" spc="-1" strike="noStrike">
                <a:solidFill>
                  <a:srgbClr val="292934"/>
                </a:solidFill>
                <a:latin typeface="Arial"/>
              </a:rPr>
              <a:t>e.g. serial ports and keyboards.</a:t>
            </a:r>
            <a:endParaRPr b="0" lang="en-US" sz="2000" spc="-1" strike="noStrike">
              <a:latin typeface="Arial"/>
            </a:endParaRPr>
          </a:p>
          <a:p>
            <a:pPr lvl="1" marL="457200" indent="-182880">
              <a:lnSpc>
                <a:spcPct val="100000"/>
              </a:lnSpc>
              <a:spcBef>
                <a:spcPts val="400"/>
              </a:spcBef>
              <a:buClr>
                <a:srgbClr val="93a299"/>
              </a:buClr>
              <a:buSzPct val="85000"/>
              <a:buFont typeface="Arial"/>
              <a:buChar char="•"/>
              <a:tabLst>
                <a:tab algn="l" pos="0"/>
              </a:tabLst>
            </a:pPr>
            <a:r>
              <a:rPr b="1" lang="en-US" sz="2000" spc="-1" strike="noStrike">
                <a:solidFill>
                  <a:srgbClr val="292934"/>
                </a:solidFill>
                <a:latin typeface="Arial"/>
              </a:rPr>
              <a:t>Block devices </a:t>
            </a:r>
            <a:r>
              <a:rPr b="0" lang="en-US" sz="2000" spc="-1" strike="noStrike">
                <a:solidFill>
                  <a:srgbClr val="292934"/>
                </a:solidFill>
                <a:latin typeface="Arial"/>
              </a:rPr>
              <a:t>are characterized by the capability to read and write blocks of data to and from random locations on an addressable medium</a:t>
            </a:r>
            <a:endParaRPr b="0" lang="en-US" sz="2000" spc="-1" strike="noStrike">
              <a:latin typeface="Arial"/>
            </a:endParaRPr>
          </a:p>
          <a:p>
            <a:pPr marL="274320">
              <a:lnSpc>
                <a:spcPct val="100000"/>
              </a:lnSpc>
              <a:spcBef>
                <a:spcPts val="400"/>
              </a:spcBef>
              <a:buNone/>
              <a:tabLst>
                <a:tab algn="l" pos="0"/>
              </a:tabLst>
            </a:pPr>
            <a:r>
              <a:rPr b="0" lang="en-US" sz="2000" spc="-1" strike="noStrike">
                <a:solidFill>
                  <a:srgbClr val="292934"/>
                </a:solidFill>
                <a:latin typeface="Arial"/>
              </a:rPr>
              <a:t>   </a:t>
            </a:r>
            <a:r>
              <a:rPr b="0" lang="en-US" sz="2000" spc="-1" strike="noStrike">
                <a:solidFill>
                  <a:srgbClr val="292934"/>
                </a:solidFill>
                <a:latin typeface="Arial"/>
              </a:rPr>
              <a:t>e.g. hard drives and USB Flash drives.</a:t>
            </a:r>
            <a:endParaRPr b="0" lang="en-US" sz="2000" spc="-1" strike="noStrike">
              <a:latin typeface="Arial"/>
            </a:endParaRPr>
          </a:p>
          <a:p>
            <a:pPr lvl="1" marL="457200" indent="-182880">
              <a:lnSpc>
                <a:spcPct val="100000"/>
              </a:lnSpc>
              <a:spcBef>
                <a:spcPts val="400"/>
              </a:spcBef>
              <a:buClr>
                <a:srgbClr val="93a299"/>
              </a:buClr>
              <a:buSzPct val="85000"/>
              <a:buFont typeface="Arial"/>
              <a:buChar char="•"/>
              <a:tabLst>
                <a:tab algn="l" pos="0"/>
              </a:tabLst>
            </a:pPr>
            <a:r>
              <a:rPr b="1" lang="en-US" sz="2000" spc="-1" strike="noStrike">
                <a:solidFill>
                  <a:srgbClr val="292934"/>
                </a:solidFill>
                <a:latin typeface="Arial"/>
              </a:rPr>
              <a:t>Network devices</a:t>
            </a:r>
            <a:r>
              <a:rPr b="0" lang="en-US" sz="2000" spc="-1" strike="noStrike">
                <a:solidFill>
                  <a:srgbClr val="292934"/>
                </a:solidFill>
                <a:latin typeface="Arial"/>
              </a:rPr>
              <a:t> This is similar to a block device but is used for transmitting and receiving network packets rather than disk blocks</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1" lang="en-US" sz="4000" spc="-100" strike="noStrike">
                <a:solidFill>
                  <a:srgbClr val="d2533c"/>
                </a:solidFill>
                <a:latin typeface="Arial"/>
              </a:rPr>
              <a:t>Driver location</a:t>
            </a:r>
            <a:endParaRPr b="0" lang="en-US" sz="4000" spc="-1" strike="noStrike">
              <a:latin typeface="Arial"/>
            </a:endParaRPr>
          </a:p>
        </p:txBody>
      </p:sp>
      <p:sp>
        <p:nvSpPr>
          <p:cNvPr id="283" name="PlaceHolder 2"/>
          <p:cNvSpPr>
            <a:spLocks noGrp="1"/>
          </p:cNvSpPr>
          <p:nvPr>
            <p:ph/>
          </p:nvPr>
        </p:nvSpPr>
        <p:spPr>
          <a:xfrm>
            <a:off x="457200" y="1600200"/>
            <a:ext cx="8228880" cy="5180760"/>
          </a:xfrm>
          <a:prstGeom prst="rect">
            <a:avLst/>
          </a:prstGeom>
          <a:noFill/>
          <a:ln w="0">
            <a:noFill/>
          </a:ln>
        </p:spPr>
        <p:txBody>
          <a:bodyPr lIns="90000" rIns="90000" tIns="45000" bIns="45000" anchor="t">
            <a:normAutofit fontScale="95000"/>
          </a:bodyPr>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Generally, a driver is stored in folder </a:t>
            </a:r>
            <a:r>
              <a:rPr b="1" lang="en-US" sz="2400" spc="-1" strike="noStrike">
                <a:solidFill>
                  <a:srgbClr val="292934"/>
                </a:solidFill>
                <a:latin typeface="Arial"/>
              </a:rPr>
              <a:t>/lib/modules/&lt;kernel_version&gt;/kernel </a:t>
            </a: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Driver is stored as </a:t>
            </a:r>
            <a:r>
              <a:rPr b="1" lang="en-US" sz="2400" spc="-1" strike="noStrike">
                <a:solidFill>
                  <a:srgbClr val="292934"/>
                </a:solidFill>
                <a:latin typeface="Arial"/>
              </a:rPr>
              <a:t>*.ko</a:t>
            </a:r>
            <a:r>
              <a:rPr b="0" lang="en-US" sz="2400" spc="-1" strike="noStrike">
                <a:solidFill>
                  <a:srgbClr val="292934"/>
                </a:solidFill>
                <a:latin typeface="Arial"/>
              </a:rPr>
              <a:t> file</a:t>
            </a: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List the character and block device drivers that are currently loaded and active by reading /proc/devices</a:t>
            </a:r>
            <a:endParaRPr b="0" lang="en-US" sz="2400" spc="-1" strike="noStrike">
              <a:latin typeface="Arial"/>
            </a:endParaRPr>
          </a:p>
          <a:p>
            <a:pPr>
              <a:lnSpc>
                <a:spcPct val="100000"/>
              </a:lnSpc>
              <a:spcBef>
                <a:spcPts val="479"/>
              </a:spcBef>
              <a:buNone/>
              <a:tabLst>
                <a:tab algn="l" pos="0"/>
              </a:tabLst>
            </a:pPr>
            <a:r>
              <a:rPr b="0" lang="en-US" sz="2400" spc="-1" strike="noStrike">
                <a:solidFill>
                  <a:srgbClr val="292934"/>
                </a:solidFill>
                <a:latin typeface="Arial"/>
              </a:rPr>
              <a:t>	</a:t>
            </a:r>
            <a:r>
              <a:rPr b="0" lang="en-US" sz="2400" spc="-1" strike="noStrike">
                <a:solidFill>
                  <a:srgbClr val="292934"/>
                </a:solidFill>
                <a:latin typeface="Arial"/>
              </a:rPr>
              <a:t>    </a:t>
            </a:r>
            <a:r>
              <a:rPr b="0" lang="en-US" sz="2400" spc="-1" strike="noStrike">
                <a:solidFill>
                  <a:srgbClr val="292934"/>
                </a:solidFill>
                <a:latin typeface="Courier New"/>
              </a:rPr>
              <a:t>cat /proc/devices</a:t>
            </a:r>
            <a:endParaRPr b="0" lang="en-US" sz="2400" spc="-1" strike="noStrike">
              <a:latin typeface="Arial"/>
            </a:endParaRPr>
          </a:p>
        </p:txBody>
      </p:sp>
      <p:pic>
        <p:nvPicPr>
          <p:cNvPr id="284" name="Picture 1" descr=""/>
          <p:cNvPicPr/>
          <p:nvPr/>
        </p:nvPicPr>
        <p:blipFill>
          <a:blip r:embed="rId1"/>
          <a:stretch/>
        </p:blipFill>
        <p:spPr>
          <a:xfrm>
            <a:off x="2209680" y="2819520"/>
            <a:ext cx="5361840" cy="2580480"/>
          </a:xfrm>
          <a:prstGeom prst="rect">
            <a:avLst/>
          </a:prstGeom>
          <a:ln w="0">
            <a:noFill/>
          </a:ln>
        </p:spPr>
      </p:pic>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1" lang="en-US" sz="4000" spc="-100" strike="noStrike">
                <a:solidFill>
                  <a:srgbClr val="d2533c"/>
                </a:solidFill>
                <a:latin typeface="Arial"/>
              </a:rPr>
              <a:t>Minimal Device Driver</a:t>
            </a:r>
            <a:endParaRPr b="0" lang="en-US" sz="4000" spc="-1" strike="noStrike">
              <a:latin typeface="Arial"/>
            </a:endParaRPr>
          </a:p>
        </p:txBody>
      </p:sp>
      <p:pic>
        <p:nvPicPr>
          <p:cNvPr id="286" name="Picture 9" descr=""/>
          <p:cNvPicPr/>
          <p:nvPr/>
        </p:nvPicPr>
        <p:blipFill>
          <a:blip r:embed="rId1"/>
          <a:stretch/>
        </p:blipFill>
        <p:spPr>
          <a:xfrm>
            <a:off x="838080" y="1523880"/>
            <a:ext cx="6609600" cy="2894760"/>
          </a:xfrm>
          <a:prstGeom prst="rect">
            <a:avLst/>
          </a:prstGeom>
          <a:ln w="0">
            <a:solidFill>
              <a:srgbClr val="56541e"/>
            </a:solidFill>
          </a:ln>
        </p:spPr>
      </p:pic>
      <p:sp>
        <p:nvSpPr>
          <p:cNvPr id="287" name="TextBox 2"/>
          <p:cNvSpPr/>
          <p:nvPr/>
        </p:nvSpPr>
        <p:spPr>
          <a:xfrm>
            <a:off x="849240" y="4572000"/>
            <a:ext cx="5942880" cy="25585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800" spc="-1" strike="noStrike">
                <a:solidFill>
                  <a:srgbClr val="292934"/>
                </a:solidFill>
                <a:latin typeface="Arial"/>
                <a:ea typeface="DejaVu Sans"/>
              </a:rPr>
              <a:t>Notes:</a:t>
            </a:r>
            <a:endParaRPr b="0" lang="en-US" sz="1800" spc="-1" strike="noStrike">
              <a:latin typeface="Arial"/>
            </a:endParaRPr>
          </a:p>
          <a:p>
            <a:pPr marL="285840" indent="-285840">
              <a:lnSpc>
                <a:spcPct val="100000"/>
              </a:lnSpc>
              <a:buClr>
                <a:srgbClr val="292934"/>
              </a:buClr>
              <a:buFont typeface="Arial"/>
              <a:buChar char="•"/>
            </a:pPr>
            <a:r>
              <a:rPr b="0" lang="en-US" sz="1800" spc="-1" strike="noStrike">
                <a:solidFill>
                  <a:srgbClr val="292934"/>
                </a:solidFill>
                <a:latin typeface="Arial"/>
                <a:ea typeface="DejaVu Sans"/>
              </a:rPr>
              <a:t>No main() function</a:t>
            </a:r>
            <a:endParaRPr b="0" lang="en-US" sz="1800" spc="-1" strike="noStrike">
              <a:latin typeface="Arial"/>
            </a:endParaRPr>
          </a:p>
          <a:p>
            <a:pPr marL="285840" indent="-285840">
              <a:lnSpc>
                <a:spcPct val="100000"/>
              </a:lnSpc>
              <a:buClr>
                <a:srgbClr val="292934"/>
              </a:buClr>
              <a:buFont typeface="Arial"/>
              <a:buChar char="•"/>
            </a:pPr>
            <a:r>
              <a:rPr b="0" lang="en-US" sz="1800" spc="-1" strike="noStrike">
                <a:solidFill>
                  <a:srgbClr val="292934"/>
                </a:solidFill>
                <a:latin typeface="Arial"/>
                <a:ea typeface="DejaVu Sans"/>
              </a:rPr>
              <a:t>No built-in C function</a:t>
            </a:r>
            <a:endParaRPr b="0" lang="en-US" sz="1800" spc="-1" strike="noStrike">
              <a:latin typeface="Arial"/>
            </a:endParaRPr>
          </a:p>
          <a:p>
            <a:pPr marL="285840" indent="-285840">
              <a:lnSpc>
                <a:spcPct val="100000"/>
              </a:lnSpc>
              <a:buClr>
                <a:srgbClr val="292934"/>
              </a:buClr>
              <a:buFont typeface="Arial"/>
              <a:buChar char="•"/>
            </a:pPr>
            <a:r>
              <a:rPr b="0" lang="en-US" sz="1800" spc="-1" strike="noStrike">
                <a:solidFill>
                  <a:srgbClr val="292934"/>
                </a:solidFill>
                <a:latin typeface="Arial"/>
                <a:ea typeface="DejaVu Sans"/>
              </a:rPr>
              <a:t>2 fundamental function</a:t>
            </a:r>
            <a:endParaRPr b="0" lang="en-US" sz="1800" spc="-1" strike="noStrike">
              <a:latin typeface="Arial"/>
            </a:endParaRPr>
          </a:p>
          <a:p>
            <a:pPr lvl="1" marL="743040" indent="-285840">
              <a:lnSpc>
                <a:spcPct val="100000"/>
              </a:lnSpc>
              <a:buClr>
                <a:srgbClr val="292934"/>
              </a:buClr>
              <a:buFont typeface="Arial"/>
              <a:buChar char="•"/>
            </a:pPr>
            <a:r>
              <a:rPr b="0" lang="en-US" sz="1800" spc="-1" strike="noStrike">
                <a:solidFill>
                  <a:srgbClr val="292934"/>
                </a:solidFill>
                <a:latin typeface="Arial"/>
                <a:ea typeface="DejaVu Sans"/>
              </a:rPr>
              <a:t>module_init()</a:t>
            </a:r>
            <a:endParaRPr b="0" lang="en-US" sz="1800" spc="-1" strike="noStrike">
              <a:latin typeface="Arial"/>
            </a:endParaRPr>
          </a:p>
          <a:p>
            <a:pPr lvl="1" marL="743040" indent="-285840">
              <a:lnSpc>
                <a:spcPct val="100000"/>
              </a:lnSpc>
              <a:buClr>
                <a:srgbClr val="292934"/>
              </a:buClr>
              <a:buFont typeface="Arial"/>
              <a:buChar char="•"/>
            </a:pPr>
            <a:r>
              <a:rPr b="0" lang="en-US" sz="1800" spc="-1" strike="noStrike">
                <a:solidFill>
                  <a:srgbClr val="292934"/>
                </a:solidFill>
                <a:latin typeface="Arial"/>
                <a:ea typeface="DejaVu Sans"/>
              </a:rPr>
              <a:t>module_exit()</a:t>
            </a:r>
            <a:endParaRPr b="0" lang="en-US" sz="1800" spc="-1" strike="noStrike">
              <a:latin typeface="Arial"/>
            </a:endParaRPr>
          </a:p>
          <a:p>
            <a:pPr marL="285840" indent="-285840">
              <a:lnSpc>
                <a:spcPct val="100000"/>
              </a:lnSpc>
              <a:buClr>
                <a:srgbClr val="292934"/>
              </a:buClr>
              <a:buFont typeface="Arial"/>
              <a:buChar char="•"/>
            </a:pPr>
            <a:r>
              <a:rPr b="0" lang="en-US" sz="1800" spc="-1" strike="noStrike">
                <a:solidFill>
                  <a:srgbClr val="292934"/>
                </a:solidFill>
                <a:latin typeface="Arial"/>
                <a:ea typeface="DejaVu Sans"/>
              </a:rPr>
              <a:t>printk : print messeage to kernel log files</a:t>
            </a: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1" lang="en-US" sz="4000" spc="-100" strike="noStrike">
                <a:solidFill>
                  <a:srgbClr val="d2533c"/>
                </a:solidFill>
                <a:latin typeface="Arial"/>
              </a:rPr>
              <a:t>Compile a Driver</a:t>
            </a:r>
            <a:endParaRPr b="0" lang="en-US" sz="4000" spc="-1" strike="noStrike">
              <a:latin typeface="Arial"/>
            </a:endParaRPr>
          </a:p>
        </p:txBody>
      </p:sp>
      <p:sp>
        <p:nvSpPr>
          <p:cNvPr id="289" name="PlaceHolder 2"/>
          <p:cNvSpPr>
            <a:spLocks noGrp="1"/>
          </p:cNvSpPr>
          <p:nvPr>
            <p:ph/>
          </p:nvPr>
        </p:nvSpPr>
        <p:spPr>
          <a:xfrm>
            <a:off x="457200" y="1600200"/>
            <a:ext cx="8228880" cy="4876200"/>
          </a:xfrm>
          <a:prstGeom prst="rect">
            <a:avLst/>
          </a:prstGeom>
          <a:noFill/>
          <a:ln w="0">
            <a:noFill/>
          </a:ln>
        </p:spPr>
        <p:txBody>
          <a:bodyPr lIns="90000" rIns="90000" tIns="45000" bIns="45000" anchor="t">
            <a:noAutofit/>
          </a:bodyPr>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A device driver must be </a:t>
            </a:r>
            <a:r>
              <a:rPr b="1" lang="en-US" sz="2400" spc="-1" strike="noStrike">
                <a:solidFill>
                  <a:srgbClr val="0070c0"/>
                </a:solidFill>
                <a:latin typeface="Arial"/>
              </a:rPr>
              <a:t>compiled against the kernel </a:t>
            </a:r>
            <a:r>
              <a:rPr b="0" lang="en-US" sz="2400" spc="-1" strike="noStrike">
                <a:solidFill>
                  <a:srgbClr val="292934"/>
                </a:solidFill>
                <a:latin typeface="Arial"/>
              </a:rPr>
              <a:t>on which it will execute</a:t>
            </a: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1" lang="en-US" sz="2400" spc="-1" strike="noStrike">
                <a:solidFill>
                  <a:srgbClr val="292934"/>
                </a:solidFill>
                <a:latin typeface="Arial"/>
              </a:rPr>
              <a:t>Method 1</a:t>
            </a:r>
            <a:r>
              <a:rPr b="0" lang="en-US" sz="2400" spc="-1" strike="noStrike">
                <a:solidFill>
                  <a:srgbClr val="292934"/>
                </a:solidFill>
                <a:latin typeface="Arial"/>
              </a:rPr>
              <a:t>: Create a Make file and put it in the same folder with file hello.c</a:t>
            </a: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Run the Make file</a:t>
            </a: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Load the module</a:t>
            </a: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tabLst>
                <a:tab algn="l" pos="0"/>
              </a:tabLst>
            </a:pPr>
            <a:endParaRPr b="0" lang="en-US" sz="2400" spc="-1" strike="noStrike">
              <a:latin typeface="Arial"/>
            </a:endParaRPr>
          </a:p>
        </p:txBody>
      </p:sp>
      <p:graphicFrame>
        <p:nvGraphicFramePr>
          <p:cNvPr id="290" name="Table 2"/>
          <p:cNvGraphicFramePr/>
          <p:nvPr/>
        </p:nvGraphicFramePr>
        <p:xfrm>
          <a:off x="1219320" y="3306960"/>
          <a:ext cx="6095520" cy="370440"/>
        </p:xfrm>
        <a:graphic>
          <a:graphicData uri="http://schemas.openxmlformats.org/drawingml/2006/table">
            <a:tbl>
              <a:tblPr/>
              <a:tblGrid>
                <a:gridCol w="6095880"/>
              </a:tblGrid>
              <a:tr h="370800">
                <a:tc>
                  <a:txBody>
                    <a:bodyPr anchor="t">
                      <a:noAutofit/>
                    </a:bodyPr>
                    <a:p>
                      <a:pPr>
                        <a:lnSpc>
                          <a:spcPct val="100000"/>
                        </a:lnSpc>
                        <a:buNone/>
                      </a:pPr>
                      <a:r>
                        <a:rPr b="0" lang="en-US" sz="1800" spc="-1" strike="noStrike">
                          <a:solidFill>
                            <a:srgbClr val="292934"/>
                          </a:solidFill>
                          <a:latin typeface="Arial"/>
                        </a:rPr>
                        <a:t>obj-m </a:t>
                      </a:r>
                      <a:r>
                        <a:rPr b="1" lang="en-US" sz="1800" spc="-1" strike="noStrike">
                          <a:solidFill>
                            <a:srgbClr val="ff0000"/>
                          </a:solidFill>
                          <a:latin typeface="Arial"/>
                        </a:rPr>
                        <a:t>:=</a:t>
                      </a:r>
                      <a:r>
                        <a:rPr b="0" lang="en-US" sz="1800" spc="-1" strike="noStrike">
                          <a:solidFill>
                            <a:srgbClr val="292934"/>
                          </a:solidFill>
                          <a:latin typeface="Arial"/>
                        </a:rPr>
                        <a:t> hello1.o </a:t>
                      </a:r>
                      <a:endParaRPr b="0" lang="en-US" sz="1800" spc="-1" strike="noStrike">
                        <a:latin typeface="Arial"/>
                      </a:endParaRPr>
                    </a:p>
                    <a:p>
                      <a:pPr>
                        <a:lnSpc>
                          <a:spcPct val="100000"/>
                        </a:lnSpc>
                        <a:buNone/>
                      </a:pPr>
                      <a:r>
                        <a:rPr b="0" lang="en-US" sz="1800" spc="-1" strike="noStrike">
                          <a:solidFill>
                            <a:srgbClr val="292934"/>
                          </a:solidFill>
                          <a:latin typeface="Arial"/>
                        </a:rPr>
                        <a:t>KDIR  := /lib/modules/$(shell uname -r)/build</a:t>
                      </a:r>
                      <a:endParaRPr b="0" lang="en-US" sz="1800" spc="-1" strike="noStrike">
                        <a:latin typeface="Arial"/>
                      </a:endParaRPr>
                    </a:p>
                    <a:p>
                      <a:pPr>
                        <a:lnSpc>
                          <a:spcPct val="100000"/>
                        </a:lnSpc>
                        <a:buNone/>
                      </a:pPr>
                      <a:r>
                        <a:rPr b="0" lang="en-US" sz="1800" spc="-1" strike="noStrike">
                          <a:solidFill>
                            <a:srgbClr val="292934"/>
                          </a:solidFill>
                          <a:latin typeface="Arial"/>
                        </a:rPr>
                        <a:t>PWD   := $(shell pwd)</a:t>
                      </a:r>
                      <a:endParaRPr b="0" lang="en-US" sz="1800" spc="-1" strike="noStrike">
                        <a:latin typeface="Arial"/>
                      </a:endParaRPr>
                    </a:p>
                    <a:p>
                      <a:pPr>
                        <a:lnSpc>
                          <a:spcPct val="100000"/>
                        </a:lnSpc>
                        <a:buNone/>
                      </a:pPr>
                      <a:r>
                        <a:rPr b="0" lang="en-US" sz="1800" spc="-1" strike="noStrike">
                          <a:solidFill>
                            <a:srgbClr val="292934"/>
                          </a:solidFill>
                          <a:latin typeface="Arial"/>
                        </a:rPr>
                        <a:t>default:</a:t>
                      </a:r>
                      <a:r>
                        <a:rPr b="0" lang="en-US" sz="1800" spc="-1" strike="noStrike">
                          <a:solidFill>
                            <a:srgbClr val="292934"/>
                          </a:solidFill>
                          <a:latin typeface="Arial"/>
                        </a:rPr>
                        <a:t>	</a:t>
                      </a:r>
                      <a:endParaRPr b="0" lang="en-US" sz="1800" spc="-1" strike="noStrike">
                        <a:latin typeface="Arial"/>
                      </a:endParaRPr>
                    </a:p>
                    <a:p>
                      <a:pPr>
                        <a:lnSpc>
                          <a:spcPct val="100000"/>
                        </a:lnSpc>
                        <a:buNone/>
                      </a:pPr>
                      <a:r>
                        <a:rPr b="0" lang="en-US" sz="1800" spc="-1" strike="noStrike">
                          <a:solidFill>
                            <a:srgbClr val="292934"/>
                          </a:solidFill>
                          <a:latin typeface="Arial"/>
                        </a:rPr>
                        <a:t>      </a:t>
                      </a:r>
                      <a:r>
                        <a:rPr b="0" lang="en-US" sz="1800" spc="-1" strike="noStrike">
                          <a:solidFill>
                            <a:srgbClr val="292934"/>
                          </a:solidFill>
                          <a:latin typeface="Arial"/>
                        </a:rPr>
                        <a:t>$(MAKE) -C $(KDIR) M=$(PWD) modules</a:t>
                      </a:r>
                      <a:endParaRPr b="0" lang="en-US" sz="1800" spc="-1" strike="noStrike">
                        <a:latin typeface="Arial"/>
                      </a:endParaRPr>
                    </a:p>
                  </a:txBody>
                  <a:tcPr anchor="t" marL="91440" marR="91440">
                    <a:lnL w="12240">
                      <a:solidFill>
                        <a:srgbClr val="292934"/>
                      </a:solidFill>
                    </a:lnL>
                    <a:lnR w="12240">
                      <a:solidFill>
                        <a:srgbClr val="292934"/>
                      </a:solidFill>
                    </a:lnR>
                    <a:lnT w="12240">
                      <a:solidFill>
                        <a:srgbClr val="292934"/>
                      </a:solidFill>
                    </a:lnT>
                    <a:lnB w="12240">
                      <a:solidFill>
                        <a:srgbClr val="292934"/>
                      </a:solidFill>
                    </a:lnB>
                    <a:noFill/>
                  </a:tcPr>
                </a:tc>
              </a:tr>
            </a:tbl>
          </a:graphicData>
        </a:graphic>
      </p:graphicFrame>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1" lang="en-US" sz="4000" spc="-100" strike="noStrike">
                <a:solidFill>
                  <a:srgbClr val="d2533c"/>
                </a:solidFill>
                <a:latin typeface="Arial"/>
              </a:rPr>
              <a:t>Compile a Driver</a:t>
            </a:r>
            <a:endParaRPr b="0" lang="en-US" sz="4000" spc="-1" strike="noStrike">
              <a:latin typeface="Arial"/>
            </a:endParaRPr>
          </a:p>
        </p:txBody>
      </p:sp>
      <p:sp>
        <p:nvSpPr>
          <p:cNvPr id="292" name="PlaceHolder 2"/>
          <p:cNvSpPr>
            <a:spLocks noGrp="1"/>
          </p:cNvSpPr>
          <p:nvPr>
            <p:ph/>
          </p:nvPr>
        </p:nvSpPr>
        <p:spPr>
          <a:xfrm>
            <a:off x="457200" y="1600200"/>
            <a:ext cx="8228880" cy="4876200"/>
          </a:xfrm>
          <a:prstGeom prst="rect">
            <a:avLst/>
          </a:prstGeom>
          <a:noFill/>
          <a:ln w="0">
            <a:noFill/>
          </a:ln>
        </p:spPr>
        <p:txBody>
          <a:bodyPr lIns="90000" rIns="90000" tIns="45000" bIns="45000" anchor="t">
            <a:noAutofit/>
          </a:bodyPr>
          <a:p>
            <a:pPr marL="182880" indent="-182880">
              <a:lnSpc>
                <a:spcPct val="100000"/>
              </a:lnSpc>
              <a:spcBef>
                <a:spcPts val="479"/>
              </a:spcBef>
              <a:buClr>
                <a:srgbClr val="93a299"/>
              </a:buClr>
              <a:buSzPct val="85000"/>
              <a:buFont typeface="Arial"/>
              <a:buChar char="•"/>
            </a:pPr>
            <a:r>
              <a:rPr b="1" lang="en-US" sz="2400" spc="-1" strike="noStrike">
                <a:solidFill>
                  <a:srgbClr val="292934"/>
                </a:solidFill>
                <a:latin typeface="Arial"/>
              </a:rPr>
              <a:t>Method 2: </a:t>
            </a:r>
            <a:r>
              <a:rPr b="0" lang="en-US" sz="2400" spc="-1" strike="noStrike">
                <a:solidFill>
                  <a:srgbClr val="292934"/>
                </a:solidFill>
                <a:latin typeface="Arial"/>
              </a:rPr>
              <a:t>Add code to the kernel source tree, and do the appropriate configuration</a:t>
            </a: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1" lang="en-US" sz="2400" spc="-1" strike="noStrike">
                <a:solidFill>
                  <a:srgbClr val="292934"/>
                </a:solidFill>
                <a:latin typeface="Arial"/>
              </a:rPr>
              <a:t>Step 1</a:t>
            </a:r>
            <a:r>
              <a:rPr b="0" lang="en-US" sz="2400" spc="-1" strike="noStrike">
                <a:solidFill>
                  <a:srgbClr val="292934"/>
                </a:solidFill>
                <a:latin typeface="Arial"/>
              </a:rPr>
              <a:t>. Edit the configuration file Kconfig (linux-2.6.32.2/drivers/char/Kconfig)</a:t>
            </a:r>
            <a:endParaRPr b="0" lang="en-US" sz="2400" spc="-1" strike="noStrike">
              <a:latin typeface="Arial"/>
            </a:endParaRPr>
          </a:p>
        </p:txBody>
      </p:sp>
      <p:pic>
        <p:nvPicPr>
          <p:cNvPr id="293" name="Picture 10" descr=""/>
          <p:cNvPicPr/>
          <p:nvPr/>
        </p:nvPicPr>
        <p:blipFill>
          <a:blip r:embed="rId1"/>
          <a:stretch/>
        </p:blipFill>
        <p:spPr>
          <a:xfrm>
            <a:off x="1905120" y="3352680"/>
            <a:ext cx="5749560" cy="3240360"/>
          </a:xfrm>
          <a:prstGeom prst="rect">
            <a:avLst/>
          </a:prstGeom>
          <a:ln w="0">
            <a:solidFill>
              <a:srgbClr val="93a299"/>
            </a:solidFill>
          </a:ln>
        </p:spPr>
      </p:pic>
      <p:sp>
        <p:nvSpPr>
          <p:cNvPr id="294" name="Rectangle 1"/>
          <p:cNvSpPr/>
          <p:nvPr/>
        </p:nvSpPr>
        <p:spPr>
          <a:xfrm>
            <a:off x="1905120" y="3366000"/>
            <a:ext cx="4190400" cy="91368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1" lang="en-US" sz="4000" spc="-100" strike="noStrike">
                <a:solidFill>
                  <a:srgbClr val="d2533c"/>
                </a:solidFill>
                <a:latin typeface="Arial"/>
              </a:rPr>
              <a:t>Compile a Driver</a:t>
            </a:r>
            <a:endParaRPr b="0" lang="en-US" sz="4000" spc="-1" strike="noStrike">
              <a:latin typeface="Arial"/>
            </a:endParaRPr>
          </a:p>
        </p:txBody>
      </p:sp>
      <p:sp>
        <p:nvSpPr>
          <p:cNvPr id="296" name="PlaceHolder 2"/>
          <p:cNvSpPr>
            <a:spLocks noGrp="1"/>
          </p:cNvSpPr>
          <p:nvPr>
            <p:ph/>
          </p:nvPr>
        </p:nvSpPr>
        <p:spPr>
          <a:xfrm>
            <a:off x="457200" y="1600200"/>
            <a:ext cx="8228880" cy="4876200"/>
          </a:xfrm>
          <a:prstGeom prst="rect">
            <a:avLst/>
          </a:prstGeom>
          <a:noFill/>
          <a:ln w="0">
            <a:noFill/>
          </a:ln>
        </p:spPr>
        <p:txBody>
          <a:bodyPr lIns="90000" rIns="90000" tIns="45000" bIns="45000" anchor="t">
            <a:noAutofit/>
          </a:bodyPr>
          <a:p>
            <a:pPr marL="182880" indent="-182880">
              <a:lnSpc>
                <a:spcPct val="100000"/>
              </a:lnSpc>
              <a:spcBef>
                <a:spcPts val="479"/>
              </a:spcBef>
              <a:buClr>
                <a:srgbClr val="93a299"/>
              </a:buClr>
              <a:buSzPct val="85000"/>
              <a:buFont typeface="Arial"/>
              <a:buChar char="•"/>
            </a:pPr>
            <a:r>
              <a:rPr b="1" lang="en-US" sz="2400" spc="-1" strike="noStrike">
                <a:solidFill>
                  <a:srgbClr val="292934"/>
                </a:solidFill>
                <a:latin typeface="Arial"/>
              </a:rPr>
              <a:t>Step 2</a:t>
            </a:r>
            <a:r>
              <a:rPr b="0" lang="en-US" sz="2400" spc="-1" strike="noStrike">
                <a:solidFill>
                  <a:srgbClr val="292934"/>
                </a:solidFill>
                <a:latin typeface="Arial"/>
              </a:rPr>
              <a:t>. edit the Makefile in the kernel configuration (linux-2.6.32.2/drivers/char/Makefile)</a:t>
            </a:r>
            <a:endParaRPr b="0" lang="en-US" sz="2400" spc="-1" strike="noStrike">
              <a:latin typeface="Arial"/>
            </a:endParaRPr>
          </a:p>
        </p:txBody>
      </p:sp>
      <p:pic>
        <p:nvPicPr>
          <p:cNvPr id="297" name="Picture 11" descr=""/>
          <p:cNvPicPr/>
          <p:nvPr/>
        </p:nvPicPr>
        <p:blipFill>
          <a:blip r:embed="rId1"/>
          <a:stretch/>
        </p:blipFill>
        <p:spPr>
          <a:xfrm>
            <a:off x="914400" y="2590920"/>
            <a:ext cx="7431840" cy="3413880"/>
          </a:xfrm>
          <a:prstGeom prst="rect">
            <a:avLst/>
          </a:prstGeom>
          <a:ln w="0">
            <a:noFill/>
          </a:ln>
        </p:spPr>
      </p:pic>
      <p:sp>
        <p:nvSpPr>
          <p:cNvPr id="298" name="Rectangle 15"/>
          <p:cNvSpPr/>
          <p:nvPr/>
        </p:nvSpPr>
        <p:spPr>
          <a:xfrm>
            <a:off x="1447920" y="4038480"/>
            <a:ext cx="6898680" cy="76140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1" lang="en-US" sz="4000" spc="-100" strike="noStrike">
                <a:solidFill>
                  <a:srgbClr val="d2533c"/>
                </a:solidFill>
                <a:latin typeface="Arial"/>
              </a:rPr>
              <a:t>Compile a Driver</a:t>
            </a:r>
            <a:endParaRPr b="0" lang="en-US" sz="4000" spc="-1" strike="noStrike">
              <a:latin typeface="Arial"/>
            </a:endParaRPr>
          </a:p>
        </p:txBody>
      </p:sp>
      <p:sp>
        <p:nvSpPr>
          <p:cNvPr id="300" name="PlaceHolder 2"/>
          <p:cNvSpPr>
            <a:spLocks noGrp="1"/>
          </p:cNvSpPr>
          <p:nvPr>
            <p:ph/>
          </p:nvPr>
        </p:nvSpPr>
        <p:spPr>
          <a:xfrm>
            <a:off x="457200" y="1600200"/>
            <a:ext cx="8228880" cy="4876200"/>
          </a:xfrm>
          <a:prstGeom prst="rect">
            <a:avLst/>
          </a:prstGeom>
          <a:noFill/>
          <a:ln w="0">
            <a:noFill/>
          </a:ln>
        </p:spPr>
        <p:txBody>
          <a:bodyPr lIns="90000" rIns="90000" tIns="45000" bIns="45000" anchor="t">
            <a:noAutofit/>
          </a:bodyPr>
          <a:p>
            <a:pPr marL="182880" indent="-182880">
              <a:lnSpc>
                <a:spcPct val="100000"/>
              </a:lnSpc>
              <a:spcBef>
                <a:spcPts val="479"/>
              </a:spcBef>
              <a:buClr>
                <a:srgbClr val="93a299"/>
              </a:buClr>
              <a:buSzPct val="85000"/>
              <a:buFont typeface="Arial"/>
              <a:buChar char="•"/>
            </a:pPr>
            <a:r>
              <a:rPr b="1" lang="en-US" sz="2400" spc="-1" strike="noStrike">
                <a:solidFill>
                  <a:srgbClr val="292934"/>
                </a:solidFill>
                <a:latin typeface="Arial"/>
              </a:rPr>
              <a:t>Step 3. </a:t>
            </a:r>
            <a:r>
              <a:rPr b="0" lang="en-US" sz="2400" spc="-1" strike="noStrike">
                <a:solidFill>
                  <a:srgbClr val="292934"/>
                </a:solidFill>
                <a:latin typeface="Arial"/>
              </a:rPr>
              <a:t>back to linux-2.6.32.2 root directory, run the makefile</a:t>
            </a:r>
            <a:endParaRPr b="0" lang="en-US" sz="2400" spc="-1" strike="noStrike">
              <a:latin typeface="Arial"/>
            </a:endParaRPr>
          </a:p>
          <a:p>
            <a:pPr>
              <a:lnSpc>
                <a:spcPct val="100000"/>
              </a:lnSpc>
              <a:spcBef>
                <a:spcPts val="479"/>
              </a:spcBef>
              <a:buNone/>
              <a:tabLst>
                <a:tab algn="l" pos="0"/>
              </a:tabLst>
            </a:pPr>
            <a:r>
              <a:rPr b="1" lang="en-US" sz="2400" spc="-1" strike="noStrike">
                <a:solidFill>
                  <a:srgbClr val="292934"/>
                </a:solidFill>
                <a:latin typeface="Arial"/>
              </a:rPr>
              <a:t>	</a:t>
            </a:r>
            <a:r>
              <a:rPr b="1" lang="en-US" sz="2400" spc="-1" strike="noStrike">
                <a:solidFill>
                  <a:srgbClr val="292934"/>
                </a:solidFill>
                <a:latin typeface="Arial"/>
              </a:rPr>
              <a:t>	</a:t>
            </a:r>
            <a:r>
              <a:rPr b="0" lang="en-US" sz="2400" spc="-1" strike="noStrike">
                <a:solidFill>
                  <a:srgbClr val="292934"/>
                </a:solidFill>
                <a:latin typeface="Courier New"/>
              </a:rPr>
              <a:t>make modules</a:t>
            </a:r>
            <a:endParaRPr b="0" lang="en-US" sz="2400" spc="-1" strike="noStrike">
              <a:latin typeface="Arial"/>
            </a:endParaRPr>
          </a:p>
          <a:p>
            <a:pPr>
              <a:lnSpc>
                <a:spcPct val="100000"/>
              </a:lnSpc>
              <a:spcBef>
                <a:spcPts val="479"/>
              </a:spcBef>
              <a:buNone/>
              <a:tabLst>
                <a:tab algn="l" pos="0"/>
              </a:tabLst>
            </a:pPr>
            <a:endParaRPr b="0" lang="en-US" sz="2400" spc="-1" strike="noStrike">
              <a:latin typeface="Arial"/>
            </a:endParaRPr>
          </a:p>
          <a:p>
            <a:pPr>
              <a:lnSpc>
                <a:spcPct val="100000"/>
              </a:lnSpc>
              <a:spcBef>
                <a:spcPts val="479"/>
              </a:spcBef>
              <a:buNone/>
              <a:tabLst>
                <a:tab algn="l" pos="0"/>
              </a:tabLst>
            </a:pPr>
            <a:endParaRPr b="0" lang="en-US" sz="2400" spc="-1" strike="noStrike">
              <a:latin typeface="Arial"/>
            </a:endParaRPr>
          </a:p>
          <a:p>
            <a:pPr>
              <a:lnSpc>
                <a:spcPct val="100000"/>
              </a:lnSpc>
              <a:spcBef>
                <a:spcPts val="479"/>
              </a:spcBef>
              <a:buNone/>
              <a:tabLst>
                <a:tab algn="l" pos="0"/>
              </a:tabLst>
            </a:pPr>
            <a:endParaRPr b="0" lang="en-US" sz="2400" spc="-1" strike="noStrike">
              <a:latin typeface="Arial"/>
            </a:endParaRPr>
          </a:p>
          <a:p>
            <a:pPr>
              <a:lnSpc>
                <a:spcPct val="100000"/>
              </a:lnSpc>
              <a:spcBef>
                <a:spcPts val="479"/>
              </a:spcBef>
              <a:buNone/>
              <a:tabLst>
                <a:tab algn="l" pos="0"/>
              </a:tabLst>
            </a:pPr>
            <a:endParaRPr b="0" lang="en-US" sz="2400" spc="-1" strike="noStrike">
              <a:latin typeface="Arial"/>
            </a:endParaRPr>
          </a:p>
          <a:p>
            <a:pPr>
              <a:lnSpc>
                <a:spcPct val="100000"/>
              </a:lnSpc>
              <a:spcBef>
                <a:spcPts val="479"/>
              </a:spcBef>
              <a:buNone/>
              <a:tabLst>
                <a:tab algn="l" pos="0"/>
              </a:tabLst>
            </a:pPr>
            <a:endParaRPr b="0" lang="en-US" sz="2400" spc="-1" strike="noStrike">
              <a:latin typeface="Arial"/>
            </a:endParaRPr>
          </a:p>
          <a:p>
            <a:pPr>
              <a:lnSpc>
                <a:spcPct val="100000"/>
              </a:lnSpc>
              <a:spcBef>
                <a:spcPts val="479"/>
              </a:spcBef>
              <a:buNone/>
              <a:tabLst>
                <a:tab algn="l" pos="0"/>
              </a:tabLst>
            </a:pPr>
            <a:endParaRPr b="0" lang="en-US" sz="2400" spc="-1" strike="noStrike">
              <a:latin typeface="Arial"/>
            </a:endParaRPr>
          </a:p>
          <a:p>
            <a:pPr>
              <a:lnSpc>
                <a:spcPct val="100000"/>
              </a:lnSpc>
              <a:spcBef>
                <a:spcPts val="479"/>
              </a:spcBef>
              <a:buNone/>
              <a:tabLst>
                <a:tab algn="l" pos="0"/>
              </a:tabLst>
            </a:pPr>
            <a:r>
              <a:rPr b="0" lang="en-US" sz="2400" spc="-1" strike="noStrike">
                <a:solidFill>
                  <a:srgbClr val="292934"/>
                </a:solidFill>
                <a:latin typeface="Arial"/>
              </a:rPr>
              <a:t>Then copy the </a:t>
            </a:r>
            <a:r>
              <a:rPr b="1" lang="en-US" sz="2400" spc="-1" strike="noStrike">
                <a:solidFill>
                  <a:srgbClr val="292934"/>
                </a:solidFill>
                <a:latin typeface="Arial"/>
              </a:rPr>
              <a:t>.ko </a:t>
            </a:r>
            <a:r>
              <a:rPr b="0" lang="en-US" sz="2400" spc="-1" strike="noStrike">
                <a:solidFill>
                  <a:srgbClr val="292934"/>
                </a:solidFill>
                <a:latin typeface="Arial"/>
              </a:rPr>
              <a:t>file to /lib/modules/2.6.32.4-FriendlyARM folder on the FriendlyARM board</a:t>
            </a:r>
            <a:endParaRPr b="0" lang="en-US" sz="2400" spc="-1" strike="noStrike">
              <a:latin typeface="Arial"/>
            </a:endParaRPr>
          </a:p>
        </p:txBody>
      </p:sp>
      <p:pic>
        <p:nvPicPr>
          <p:cNvPr id="301" name="Picture 12" descr=""/>
          <p:cNvPicPr/>
          <p:nvPr/>
        </p:nvPicPr>
        <p:blipFill>
          <a:blip r:embed="rId1"/>
          <a:stretch/>
        </p:blipFill>
        <p:spPr>
          <a:xfrm>
            <a:off x="2133720" y="3119400"/>
            <a:ext cx="4266360" cy="1837440"/>
          </a:xfrm>
          <a:prstGeom prst="rect">
            <a:avLst/>
          </a:prstGeom>
          <a:ln w="0">
            <a:solidFill>
              <a:srgbClr val="56541e"/>
            </a:solidFill>
          </a:ln>
        </p:spPr>
      </p:pic>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1" lang="en-US" sz="4000" spc="-100" strike="noStrike">
                <a:solidFill>
                  <a:srgbClr val="d2533c"/>
                </a:solidFill>
                <a:latin typeface="Arial"/>
              </a:rPr>
              <a:t>Loading a driver</a:t>
            </a:r>
            <a:endParaRPr b="0" lang="en-US" sz="4000" spc="-1" strike="noStrike">
              <a:latin typeface="Arial"/>
            </a:endParaRPr>
          </a:p>
        </p:txBody>
      </p:sp>
      <p:sp>
        <p:nvSpPr>
          <p:cNvPr id="303" name="PlaceHolder 2"/>
          <p:cNvSpPr>
            <a:spLocks noGrp="1"/>
          </p:cNvSpPr>
          <p:nvPr>
            <p:ph/>
          </p:nvPr>
        </p:nvSpPr>
        <p:spPr>
          <a:xfrm>
            <a:off x="457200" y="1676520"/>
            <a:ext cx="8228880" cy="4799880"/>
          </a:xfrm>
          <a:prstGeom prst="rect">
            <a:avLst/>
          </a:prstGeom>
          <a:noFill/>
          <a:ln w="0">
            <a:noFill/>
          </a:ln>
        </p:spPr>
        <p:txBody>
          <a:bodyPr lIns="90000" rIns="90000" tIns="45000" bIns="45000" anchor="t">
            <a:noAutofit/>
          </a:bodyPr>
          <a:p>
            <a:pPr marL="182880" indent="-182880">
              <a:lnSpc>
                <a:spcPct val="100000"/>
              </a:lnSpc>
              <a:spcBef>
                <a:spcPts val="479"/>
              </a:spcBef>
              <a:buClr>
                <a:srgbClr val="93a299"/>
              </a:buClr>
              <a:buSzPct val="85000"/>
              <a:buFont typeface="Arial"/>
              <a:buChar char="•"/>
            </a:pPr>
            <a:r>
              <a:rPr b="1" lang="en-US" sz="2400" spc="-1" strike="noStrike">
                <a:solidFill>
                  <a:srgbClr val="292934"/>
                </a:solidFill>
                <a:latin typeface="Arial"/>
              </a:rPr>
              <a:t>modprobe</a:t>
            </a:r>
            <a:r>
              <a:rPr b="0" lang="en-US" sz="2400" spc="-1" strike="noStrike">
                <a:solidFill>
                  <a:srgbClr val="292934"/>
                </a:solidFill>
                <a:latin typeface="Arial"/>
              </a:rPr>
              <a:t> : a utility used to insert a driver into a running kernel.</a:t>
            </a:r>
            <a:endParaRPr b="0" lang="en-US" sz="2400" spc="-1" strike="noStrike">
              <a:latin typeface="Arial"/>
            </a:endParaRPr>
          </a:p>
          <a:p>
            <a:pPr>
              <a:lnSpc>
                <a:spcPct val="100000"/>
              </a:lnSpc>
              <a:spcBef>
                <a:spcPts val="479"/>
              </a:spcBef>
              <a:buNone/>
              <a:tabLst>
                <a:tab algn="l" pos="0"/>
              </a:tabLst>
            </a:pPr>
            <a:r>
              <a:rPr b="0" lang="en-US" sz="2400" spc="-1" strike="noStrike">
                <a:solidFill>
                  <a:srgbClr val="292934"/>
                </a:solidFill>
                <a:latin typeface="Arial"/>
              </a:rPr>
              <a:t>	</a:t>
            </a:r>
            <a:r>
              <a:rPr b="0" lang="en-US" sz="2400" spc="-1" strike="noStrike">
                <a:solidFill>
                  <a:srgbClr val="292934"/>
                </a:solidFill>
                <a:latin typeface="Courier New"/>
              </a:rPr>
              <a:t>modprobe mini2440_hello_module</a:t>
            </a:r>
            <a:endParaRPr b="0" lang="en-US" sz="2400" spc="-1" strike="noStrike">
              <a:latin typeface="Arial"/>
            </a:endParaRPr>
          </a:p>
          <a:p>
            <a:pPr lvl="1" marL="457200" indent="-182880">
              <a:lnSpc>
                <a:spcPct val="100000"/>
              </a:lnSpc>
              <a:spcBef>
                <a:spcPts val="400"/>
              </a:spcBef>
              <a:buClr>
                <a:srgbClr val="93a299"/>
              </a:buClr>
              <a:buSzPct val="85000"/>
              <a:buFont typeface="Arial"/>
              <a:buChar char="•"/>
              <a:tabLst>
                <a:tab algn="l" pos="0"/>
              </a:tabLst>
            </a:pPr>
            <a:r>
              <a:rPr b="0" lang="en-US" sz="2000" spc="-1" strike="noStrike">
                <a:solidFill>
                  <a:srgbClr val="292934"/>
                </a:solidFill>
                <a:latin typeface="Arial"/>
              </a:rPr>
              <a:t>Similar to </a:t>
            </a:r>
            <a:r>
              <a:rPr b="1" lang="en-US" sz="2000" spc="-1" strike="noStrike">
                <a:solidFill>
                  <a:srgbClr val="292934"/>
                </a:solidFill>
                <a:latin typeface="Arial"/>
              </a:rPr>
              <a:t>insmod</a:t>
            </a:r>
            <a:endParaRPr b="0" lang="en-US" sz="2000" spc="-1" strike="noStrike">
              <a:latin typeface="Arial"/>
            </a:endParaRPr>
          </a:p>
          <a:p>
            <a:pPr>
              <a:lnSpc>
                <a:spcPct val="100000"/>
              </a:lnSpc>
              <a:buNone/>
              <a:tabLst>
                <a:tab algn="l" pos="0"/>
              </a:tabLst>
            </a:pPr>
            <a:endParaRPr b="0" lang="en-US" sz="20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1" lang="en-US" sz="2400" spc="-1" strike="noStrike">
                <a:solidFill>
                  <a:srgbClr val="292934"/>
                </a:solidFill>
                <a:latin typeface="Arial"/>
              </a:rPr>
              <a:t>modprobe</a:t>
            </a:r>
            <a:r>
              <a:rPr b="0" lang="en-US" sz="2400" spc="-1" strike="noStrike">
                <a:solidFill>
                  <a:srgbClr val="292934"/>
                </a:solidFill>
                <a:latin typeface="Arial"/>
              </a:rPr>
              <a:t> </a:t>
            </a:r>
            <a:r>
              <a:rPr b="1" lang="en-US" sz="2400" spc="-1" strike="noStrike">
                <a:solidFill>
                  <a:srgbClr val="292934"/>
                </a:solidFill>
                <a:latin typeface="Arial"/>
              </a:rPr>
              <a:t>–r</a:t>
            </a:r>
            <a:r>
              <a:rPr b="0" lang="en-US" sz="2400" spc="-1" strike="noStrike">
                <a:solidFill>
                  <a:srgbClr val="292934"/>
                </a:solidFill>
                <a:latin typeface="Arial"/>
              </a:rPr>
              <a:t> : remove a driver</a:t>
            </a:r>
            <a:endParaRPr b="0" lang="en-US" sz="2400" spc="-1" strike="noStrike">
              <a:latin typeface="Arial"/>
            </a:endParaRPr>
          </a:p>
          <a:p>
            <a:pPr lvl="1" marL="457200" indent="-182880">
              <a:lnSpc>
                <a:spcPct val="100000"/>
              </a:lnSpc>
              <a:spcBef>
                <a:spcPts val="400"/>
              </a:spcBef>
              <a:buClr>
                <a:srgbClr val="93a299"/>
              </a:buClr>
              <a:buSzPct val="85000"/>
              <a:buFont typeface="Arial"/>
              <a:buChar char="•"/>
              <a:tabLst>
                <a:tab algn="l" pos="0"/>
              </a:tabLst>
            </a:pPr>
            <a:r>
              <a:rPr b="0" lang="en-US" sz="2000" spc="-1" strike="noStrike">
                <a:solidFill>
                  <a:srgbClr val="292934"/>
                </a:solidFill>
                <a:latin typeface="Arial"/>
              </a:rPr>
              <a:t>Similar to </a:t>
            </a:r>
            <a:r>
              <a:rPr b="1" lang="en-US" sz="2000" spc="-1" strike="noStrike">
                <a:solidFill>
                  <a:srgbClr val="292934"/>
                </a:solidFill>
                <a:latin typeface="Arial"/>
              </a:rPr>
              <a:t>rmmod</a:t>
            </a:r>
            <a:endParaRPr b="0" lang="en-US" sz="2000" spc="-1" strike="noStrike">
              <a:latin typeface="Arial"/>
            </a:endParaRPr>
          </a:p>
          <a:p>
            <a:pPr marL="274320">
              <a:lnSpc>
                <a:spcPct val="100000"/>
              </a:lnSpc>
              <a:spcBef>
                <a:spcPts val="479"/>
              </a:spcBef>
              <a:buNone/>
              <a:tabLst>
                <a:tab algn="l" pos="0"/>
              </a:tabLst>
            </a:pPr>
            <a:r>
              <a:rPr b="1" lang="en-US" sz="2000" spc="-1" strike="noStrike">
                <a:solidFill>
                  <a:srgbClr val="292934"/>
                </a:solidFill>
                <a:latin typeface="Arial"/>
              </a:rPr>
              <a:t>	</a:t>
            </a:r>
            <a:r>
              <a:rPr b="0" lang="en-US" sz="2400" spc="-1" strike="noStrike">
                <a:solidFill>
                  <a:srgbClr val="292934"/>
                </a:solidFill>
                <a:latin typeface="Courier New"/>
              </a:rPr>
              <a:t>rmmod mini2440_hello_module</a:t>
            </a:r>
            <a:endParaRPr b="0" lang="en-US" sz="2400" spc="-1" strike="noStrike">
              <a:latin typeface="Arial"/>
            </a:endParaRPr>
          </a:p>
          <a:p>
            <a:pPr marL="274320">
              <a:lnSpc>
                <a:spcPct val="100000"/>
              </a:lnSpc>
              <a:spcBef>
                <a:spcPts val="479"/>
              </a:spcBef>
              <a:buNone/>
              <a:tabLst>
                <a:tab algn="l" pos="0"/>
              </a:tabLst>
            </a:pPr>
            <a:endParaRPr b="0" lang="en-US" sz="24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1" lang="en-US" sz="2400" spc="-1" strike="noStrike">
                <a:solidFill>
                  <a:srgbClr val="292934"/>
                </a:solidFill>
                <a:latin typeface="Arial"/>
              </a:rPr>
              <a:t>lsmod</a:t>
            </a:r>
            <a:r>
              <a:rPr b="0" lang="en-US" sz="2400" spc="-1" strike="noStrike">
                <a:solidFill>
                  <a:srgbClr val="292934"/>
                </a:solidFill>
                <a:latin typeface="Arial"/>
              </a:rPr>
              <a:t> : list of driver which is inserted in to the kernel</a:t>
            </a:r>
            <a:endParaRPr b="0" lang="en-US" sz="2400" spc="-1" strike="noStrike">
              <a:latin typeface="Arial"/>
            </a:endParaRPr>
          </a:p>
          <a:p>
            <a:pPr>
              <a:lnSpc>
                <a:spcPct val="100000"/>
              </a:lnSpc>
              <a:spcBef>
                <a:spcPts val="479"/>
              </a:spcBef>
              <a:buNone/>
              <a:tabLst>
                <a:tab algn="l" pos="0"/>
              </a:tabLst>
            </a:pPr>
            <a:endParaRPr b="0" lang="en-US" sz="2400" spc="-1" strike="noStrike">
              <a:latin typeface="Arial"/>
            </a:endParaRPr>
          </a:p>
          <a:p>
            <a:pPr>
              <a:lnSpc>
                <a:spcPct val="100000"/>
              </a:lnSpc>
              <a:spcBef>
                <a:spcPts val="479"/>
              </a:spcBef>
              <a:buNone/>
              <a:tabLst>
                <a:tab algn="l" pos="0"/>
              </a:tabLst>
            </a:pP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1" lang="en-US" sz="4000" spc="-100" strike="noStrike">
                <a:solidFill>
                  <a:srgbClr val="d2533c"/>
                </a:solidFill>
                <a:latin typeface="Arial"/>
              </a:rPr>
              <a:t>Practical Device Driver</a:t>
            </a:r>
            <a:endParaRPr b="0" lang="en-US" sz="4000" spc="-1" strike="noStrike">
              <a:latin typeface="Arial"/>
            </a:endParaRPr>
          </a:p>
        </p:txBody>
      </p:sp>
      <p:sp>
        <p:nvSpPr>
          <p:cNvPr id="305" name="PlaceHolder 2"/>
          <p:cNvSpPr>
            <a:spLocks noGrp="1"/>
          </p:cNvSpPr>
          <p:nvPr>
            <p:ph/>
          </p:nvPr>
        </p:nvSpPr>
        <p:spPr>
          <a:xfrm>
            <a:off x="457200" y="1600200"/>
            <a:ext cx="8228880" cy="4876200"/>
          </a:xfrm>
          <a:prstGeom prst="rect">
            <a:avLst/>
          </a:prstGeom>
          <a:noFill/>
          <a:ln w="0">
            <a:noFill/>
          </a:ln>
        </p:spPr>
        <p:txBody>
          <a:bodyPr lIns="90000" rIns="90000" tIns="45000" bIns="45000" anchor="t">
            <a:noAutofit/>
          </a:bodyPr>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Beside </a:t>
            </a:r>
            <a:r>
              <a:rPr b="1" lang="en-US" sz="2400" spc="-1" strike="noStrike">
                <a:solidFill>
                  <a:srgbClr val="292934"/>
                </a:solidFill>
                <a:latin typeface="Arial"/>
              </a:rPr>
              <a:t>module_init</a:t>
            </a:r>
            <a:r>
              <a:rPr b="0" lang="en-US" sz="2400" spc="-1" strike="noStrike">
                <a:solidFill>
                  <a:srgbClr val="292934"/>
                </a:solidFill>
                <a:latin typeface="Arial"/>
              </a:rPr>
              <a:t> and </a:t>
            </a:r>
            <a:r>
              <a:rPr b="1" lang="en-US" sz="2400" spc="-1" strike="noStrike">
                <a:solidFill>
                  <a:srgbClr val="292934"/>
                </a:solidFill>
                <a:latin typeface="Arial"/>
              </a:rPr>
              <a:t>module_exit</a:t>
            </a:r>
            <a:r>
              <a:rPr b="0" lang="en-US" sz="2400" spc="-1" strike="noStrike">
                <a:solidFill>
                  <a:srgbClr val="292934"/>
                </a:solidFill>
                <a:latin typeface="Arial"/>
              </a:rPr>
              <a:t>, we need other functions to interface the device with the program</a:t>
            </a: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1" i="1" lang="en-US" sz="2400" spc="-1" strike="noStrike">
                <a:solidFill>
                  <a:srgbClr val="292934"/>
                </a:solidFill>
                <a:latin typeface="Arial"/>
              </a:rPr>
              <a:t>open() </a:t>
            </a:r>
            <a:r>
              <a:rPr b="0" i="1" lang="en-US" sz="2400" spc="-1" strike="noStrike">
                <a:solidFill>
                  <a:srgbClr val="292934"/>
                </a:solidFill>
                <a:latin typeface="Arial"/>
              </a:rPr>
              <a:t>: </a:t>
            </a:r>
            <a:r>
              <a:rPr b="0" lang="en-US" sz="2400" spc="-1" strike="noStrike">
                <a:solidFill>
                  <a:srgbClr val="292934"/>
                </a:solidFill>
                <a:latin typeface="Arial"/>
              </a:rPr>
              <a:t>prepare the driver for subsequent operations after the device driver is loaded into a live kernel </a:t>
            </a:r>
            <a:endParaRPr b="0" lang="en-US" sz="2400" spc="-1" strike="noStrike">
              <a:latin typeface="Arial"/>
            </a:endParaRPr>
          </a:p>
          <a:p>
            <a:pPr>
              <a:lnSpc>
                <a:spcPct val="100000"/>
              </a:lnSpc>
              <a:spcBef>
                <a:spcPts val="479"/>
              </a:spcBef>
              <a:buNone/>
              <a:tabLst>
                <a:tab algn="l" pos="0"/>
              </a:tabLst>
            </a:pPr>
            <a:endParaRPr b="0" lang="en-US" sz="24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1" i="1" lang="en-US" sz="2400" spc="-1" strike="noStrike">
                <a:solidFill>
                  <a:srgbClr val="292934"/>
                </a:solidFill>
                <a:latin typeface="Arial"/>
              </a:rPr>
              <a:t>release()</a:t>
            </a:r>
            <a:r>
              <a:rPr b="0" lang="en-US" sz="2400" spc="-1" strike="noStrike">
                <a:solidFill>
                  <a:srgbClr val="292934"/>
                </a:solidFill>
                <a:latin typeface="Arial"/>
              </a:rPr>
              <a:t> : provided to clean up after operations are complete</a:t>
            </a:r>
            <a:endParaRPr b="0" lang="en-US" sz="2400" spc="-1" strike="noStrike">
              <a:latin typeface="Arial"/>
            </a:endParaRPr>
          </a:p>
          <a:p>
            <a:pPr>
              <a:lnSpc>
                <a:spcPct val="100000"/>
              </a:lnSpc>
              <a:spcBef>
                <a:spcPts val="479"/>
              </a:spcBef>
              <a:buNone/>
              <a:tabLst>
                <a:tab algn="l" pos="0"/>
              </a:tabLst>
            </a:pPr>
            <a:endParaRPr b="0" lang="en-US" sz="2400" spc="-1" strike="noStrike">
              <a:latin typeface="Arial"/>
            </a:endParaRPr>
          </a:p>
          <a:p>
            <a:pPr marL="182880" indent="-182880">
              <a:lnSpc>
                <a:spcPct val="100000"/>
              </a:lnSpc>
              <a:spcBef>
                <a:spcPts val="479"/>
              </a:spcBef>
              <a:buClr>
                <a:srgbClr val="93a299"/>
              </a:buClr>
              <a:buSzPct val="85000"/>
              <a:buFont typeface="Arial"/>
              <a:buChar char="•"/>
              <a:tabLst>
                <a:tab algn="l" pos="0"/>
              </a:tabLst>
            </a:pPr>
            <a:r>
              <a:rPr b="1" i="1" lang="en-US" sz="2400" spc="-1" strike="noStrike">
                <a:solidFill>
                  <a:srgbClr val="292934"/>
                </a:solidFill>
                <a:latin typeface="Arial"/>
              </a:rPr>
              <a:t>ioctl()</a:t>
            </a:r>
            <a:r>
              <a:rPr b="0" lang="en-US" sz="2400" spc="-1" strike="noStrike">
                <a:solidFill>
                  <a:srgbClr val="292934"/>
                </a:solidFill>
                <a:latin typeface="Arial"/>
              </a:rPr>
              <a:t> : a special system call for nonstandard communication with the driver</a:t>
            </a:r>
            <a:endParaRPr b="0" lang="en-US" sz="2400" spc="-1" strike="noStrike">
              <a:latin typeface="Arial"/>
            </a:endParaRPr>
          </a:p>
          <a:p>
            <a:pPr>
              <a:lnSpc>
                <a:spcPct val="100000"/>
              </a:lnSpc>
              <a:spcBef>
                <a:spcPts val="479"/>
              </a:spcBef>
              <a:buNone/>
              <a:tabLst>
                <a:tab algn="l" pos="0"/>
              </a:tabLst>
            </a:pPr>
            <a:endParaRPr b="0" lang="en-US" sz="2400" spc="-1" strike="noStrike">
              <a:latin typeface="Arial"/>
            </a:endParaRPr>
          </a:p>
        </p:txBody>
      </p:sp>
      <p:pic>
        <p:nvPicPr>
          <p:cNvPr id="306" name="Picture 13" descr=""/>
          <p:cNvPicPr/>
          <p:nvPr/>
        </p:nvPicPr>
        <p:blipFill>
          <a:blip r:embed="rId1"/>
          <a:stretch/>
        </p:blipFill>
        <p:spPr>
          <a:xfrm>
            <a:off x="762120" y="3319560"/>
            <a:ext cx="8095680" cy="206280"/>
          </a:xfrm>
          <a:prstGeom prst="rect">
            <a:avLst/>
          </a:prstGeom>
          <a:ln w="0">
            <a:noFill/>
          </a:ln>
        </p:spPr>
      </p:pic>
      <p:pic>
        <p:nvPicPr>
          <p:cNvPr id="307" name="Picture 15" descr=""/>
          <p:cNvPicPr/>
          <p:nvPr/>
        </p:nvPicPr>
        <p:blipFill>
          <a:blip r:embed="rId2"/>
          <a:stretch/>
        </p:blipFill>
        <p:spPr>
          <a:xfrm>
            <a:off x="762120" y="4568400"/>
            <a:ext cx="8095680" cy="231480"/>
          </a:xfrm>
          <a:prstGeom prst="rect">
            <a:avLst/>
          </a:prstGeom>
          <a:ln w="0">
            <a:noFill/>
          </a:ln>
        </p:spPr>
      </p:pic>
      <p:pic>
        <p:nvPicPr>
          <p:cNvPr id="308" name="Picture 16" descr=""/>
          <p:cNvPicPr/>
          <p:nvPr/>
        </p:nvPicPr>
        <p:blipFill>
          <a:blip r:embed="rId3"/>
          <a:stretch/>
        </p:blipFill>
        <p:spPr>
          <a:xfrm>
            <a:off x="762120" y="5842800"/>
            <a:ext cx="8200440" cy="630720"/>
          </a:xfrm>
          <a:prstGeom prst="rect">
            <a:avLst/>
          </a:prstGeom>
          <a:ln w="0">
            <a:noFill/>
          </a:ln>
        </p:spPr>
      </p:pic>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1" lang="en-US" sz="4000" spc="-100" strike="noStrike">
                <a:solidFill>
                  <a:srgbClr val="d2533c"/>
                </a:solidFill>
                <a:latin typeface="Arial"/>
              </a:rPr>
              <a:t>Device Nodes and mknod</a:t>
            </a:r>
            <a:endParaRPr b="0" lang="en-US" sz="4000" spc="-1" strike="noStrike">
              <a:latin typeface="Arial"/>
            </a:endParaRPr>
          </a:p>
        </p:txBody>
      </p:sp>
      <p:sp>
        <p:nvSpPr>
          <p:cNvPr id="310" name="PlaceHolder 2"/>
          <p:cNvSpPr>
            <a:spLocks noGrp="1"/>
          </p:cNvSpPr>
          <p:nvPr>
            <p:ph/>
          </p:nvPr>
        </p:nvSpPr>
        <p:spPr>
          <a:xfrm>
            <a:off x="457200" y="1600200"/>
            <a:ext cx="8228880" cy="4876200"/>
          </a:xfrm>
          <a:prstGeom prst="rect">
            <a:avLst/>
          </a:prstGeom>
          <a:noFill/>
          <a:ln w="0">
            <a:noFill/>
          </a:ln>
        </p:spPr>
        <p:txBody>
          <a:bodyPr lIns="90000" rIns="90000" tIns="45000" bIns="45000" anchor="t">
            <a:normAutofit fontScale="92000"/>
          </a:bodyPr>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A </a:t>
            </a:r>
            <a:r>
              <a:rPr b="1" lang="en-US" sz="2400" spc="-1" strike="noStrike">
                <a:solidFill>
                  <a:srgbClr val="292934"/>
                </a:solidFill>
                <a:latin typeface="Arial"/>
              </a:rPr>
              <a:t>device node </a:t>
            </a:r>
            <a:r>
              <a:rPr b="0" lang="en-US" sz="2400" spc="-1" strike="noStrike">
                <a:solidFill>
                  <a:srgbClr val="292934"/>
                </a:solidFill>
                <a:latin typeface="Arial"/>
              </a:rPr>
              <a:t>is a special file type in Linux that represents a device</a:t>
            </a: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Linux keep </a:t>
            </a:r>
            <a:r>
              <a:rPr b="1" lang="en-US" sz="2400" spc="-1" strike="noStrike">
                <a:solidFill>
                  <a:srgbClr val="292934"/>
                </a:solidFill>
                <a:latin typeface="Arial"/>
              </a:rPr>
              <a:t>device nodes </a:t>
            </a:r>
            <a:r>
              <a:rPr b="0" lang="en-US" sz="2400" spc="-1" strike="noStrike">
                <a:solidFill>
                  <a:srgbClr val="292934"/>
                </a:solidFill>
                <a:latin typeface="Arial"/>
              </a:rPr>
              <a:t>in a directory called </a:t>
            </a:r>
            <a:r>
              <a:rPr b="1" lang="en-US" sz="2400" spc="-1" strike="noStrike">
                <a:solidFill>
                  <a:srgbClr val="0070c0"/>
                </a:solidFill>
                <a:latin typeface="Arial"/>
              </a:rPr>
              <a:t>/dev</a:t>
            </a:r>
            <a:r>
              <a:rPr b="0" lang="en-US" sz="2400" spc="-1" strike="noStrike">
                <a:solidFill>
                  <a:srgbClr val="292934"/>
                </a:solidFill>
                <a:latin typeface="Arial"/>
              </a:rPr>
              <a:t>.</a:t>
            </a: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This node is mapped to a device driver using the major and minor numbers </a:t>
            </a:r>
            <a:endParaRPr b="0" lang="en-US" sz="2400" spc="-1" strike="noStrike">
              <a:latin typeface="Arial"/>
            </a:endParaRPr>
          </a:p>
          <a:p>
            <a:pPr lvl="1" marL="457200" indent="-182880">
              <a:lnSpc>
                <a:spcPct val="100000"/>
              </a:lnSpc>
              <a:spcBef>
                <a:spcPts val="400"/>
              </a:spcBef>
              <a:buClr>
                <a:srgbClr val="93a299"/>
              </a:buClr>
              <a:buSzPct val="85000"/>
              <a:buFont typeface="Arial"/>
              <a:buChar char="•"/>
            </a:pPr>
            <a:r>
              <a:rPr b="1" lang="en-US" sz="2000" spc="-1" strike="noStrike">
                <a:solidFill>
                  <a:srgbClr val="292934"/>
                </a:solidFill>
                <a:latin typeface="Arial"/>
              </a:rPr>
              <a:t>major number (12-bit) </a:t>
            </a:r>
            <a:r>
              <a:rPr b="0" lang="en-US" sz="2000" spc="-1" strike="noStrike">
                <a:solidFill>
                  <a:srgbClr val="292934"/>
                </a:solidFill>
                <a:latin typeface="Arial"/>
              </a:rPr>
              <a:t>maps the device node to a device driver</a:t>
            </a:r>
            <a:endParaRPr b="0" lang="en-US" sz="2000" spc="-1" strike="noStrike">
              <a:latin typeface="Arial"/>
            </a:endParaRPr>
          </a:p>
          <a:p>
            <a:pPr lvl="1" marL="457200" indent="-182880">
              <a:lnSpc>
                <a:spcPct val="100000"/>
              </a:lnSpc>
              <a:spcBef>
                <a:spcPts val="400"/>
              </a:spcBef>
              <a:buClr>
                <a:srgbClr val="93a299"/>
              </a:buClr>
              <a:buSzPct val="85000"/>
              <a:buFont typeface="Arial"/>
              <a:buChar char="•"/>
            </a:pPr>
            <a:r>
              <a:rPr b="1" lang="en-US" sz="2000" spc="-1" strike="noStrike">
                <a:solidFill>
                  <a:srgbClr val="292934"/>
                </a:solidFill>
                <a:latin typeface="Arial"/>
              </a:rPr>
              <a:t>minor number (20-bit) </a:t>
            </a:r>
            <a:r>
              <a:rPr b="0" lang="en-US" sz="2000" spc="-1" strike="noStrike">
                <a:solidFill>
                  <a:srgbClr val="292934"/>
                </a:solidFill>
                <a:latin typeface="Arial"/>
              </a:rPr>
              <a:t>tells the driver which interface is being accessed</a:t>
            </a:r>
            <a:endParaRPr b="0" lang="en-US" sz="2000" spc="-1" strike="noStrike">
              <a:latin typeface="Arial"/>
            </a:endParaRPr>
          </a:p>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A dedicated utility is used to create a device node on a file system is called </a:t>
            </a:r>
            <a:r>
              <a:rPr b="1" lang="en-US" sz="2400" spc="-1" strike="noStrike">
                <a:solidFill>
                  <a:srgbClr val="292934"/>
                </a:solidFill>
                <a:latin typeface="Arial"/>
              </a:rPr>
              <a:t>mknod</a:t>
            </a:r>
            <a:r>
              <a:rPr b="0" lang="en-US" sz="2400" spc="-1" strike="noStrike">
                <a:solidFill>
                  <a:srgbClr val="292934"/>
                </a:solidFill>
                <a:latin typeface="Arial"/>
              </a:rPr>
              <a:t>.</a:t>
            </a:r>
            <a:endParaRPr b="0" lang="en-US" sz="2400" spc="-1" strike="noStrike">
              <a:latin typeface="Arial"/>
            </a:endParaRPr>
          </a:p>
          <a:p>
            <a:pPr>
              <a:lnSpc>
                <a:spcPct val="100000"/>
              </a:lnSpc>
              <a:spcBef>
                <a:spcPts val="479"/>
              </a:spcBef>
              <a:buNone/>
              <a:tabLst>
                <a:tab algn="l" pos="0"/>
              </a:tabLst>
            </a:pPr>
            <a:r>
              <a:rPr b="1" lang="en-US" sz="2400" spc="-1" strike="noStrike">
                <a:solidFill>
                  <a:srgbClr val="292934"/>
                </a:solidFill>
                <a:latin typeface="Arial"/>
              </a:rPr>
              <a:t>              </a:t>
            </a:r>
            <a:r>
              <a:rPr b="1" lang="en-US" sz="2400" spc="-1" strike="noStrike">
                <a:solidFill>
                  <a:srgbClr val="292934"/>
                </a:solidFill>
                <a:latin typeface="Arial"/>
              </a:rPr>
              <a:t>mknod /dev/hello1 c 234 0</a:t>
            </a:r>
            <a:endParaRPr b="0" lang="en-US" sz="2400" spc="-1" strike="noStrike">
              <a:latin typeface="Arial"/>
            </a:endParaRPr>
          </a:p>
          <a:p>
            <a:pPr>
              <a:lnSpc>
                <a:spcPct val="100000"/>
              </a:lnSpc>
              <a:spcBef>
                <a:spcPts val="479"/>
              </a:spcBef>
              <a:buNone/>
              <a:tabLst>
                <a:tab algn="l" pos="0"/>
              </a:tabLst>
            </a:pPr>
            <a:r>
              <a:rPr b="1" lang="en-US" sz="2400" spc="-1" strike="noStrike">
                <a:solidFill>
                  <a:srgbClr val="292934"/>
                </a:solidFill>
                <a:latin typeface="Arial"/>
              </a:rPr>
              <a:t>       </a:t>
            </a:r>
            <a:r>
              <a:rPr b="1" lang="en-US" sz="2400" spc="-1" strike="noStrike">
                <a:solidFill>
                  <a:srgbClr val="292934"/>
                </a:solidFill>
                <a:latin typeface="Arial"/>
              </a:rPr>
              <a:t>c</a:t>
            </a:r>
            <a:r>
              <a:rPr b="0" lang="en-US" sz="2400" spc="-1" strike="noStrike">
                <a:solidFill>
                  <a:srgbClr val="292934"/>
                </a:solidFill>
                <a:latin typeface="Arial"/>
              </a:rPr>
              <a:t> means that a </a:t>
            </a:r>
            <a:r>
              <a:rPr b="0" lang="en-US" sz="2400" spc="-1" strike="noStrike">
                <a:solidFill>
                  <a:srgbClr val="00b0f0"/>
                </a:solidFill>
                <a:latin typeface="Arial"/>
              </a:rPr>
              <a:t>char</a:t>
            </a:r>
            <a:r>
              <a:rPr b="0" lang="en-US" sz="2400" spc="-1" strike="noStrike">
                <a:solidFill>
                  <a:srgbClr val="292934"/>
                </a:solidFill>
                <a:latin typeface="Arial"/>
              </a:rPr>
              <a:t> device is to be created</a:t>
            </a:r>
            <a:endParaRPr b="0" lang="en-US" sz="2400" spc="-1" strike="noStrike">
              <a:latin typeface="Arial"/>
            </a:endParaRPr>
          </a:p>
          <a:p>
            <a:pPr>
              <a:lnSpc>
                <a:spcPct val="100000"/>
              </a:lnSpc>
              <a:spcBef>
                <a:spcPts val="479"/>
              </a:spcBef>
              <a:buNone/>
              <a:tabLst>
                <a:tab algn="l" pos="0"/>
              </a:tabLst>
            </a:pPr>
            <a:r>
              <a:rPr b="1" lang="en-US" sz="2400" spc="-1" strike="noStrike">
                <a:solidFill>
                  <a:srgbClr val="292934"/>
                </a:solidFill>
                <a:latin typeface="Arial"/>
              </a:rPr>
              <a:t>       </a:t>
            </a:r>
            <a:r>
              <a:rPr b="1" lang="en-US" sz="2400" spc="-1" strike="noStrike">
                <a:solidFill>
                  <a:srgbClr val="292934"/>
                </a:solidFill>
                <a:latin typeface="Arial"/>
              </a:rPr>
              <a:t>234</a:t>
            </a:r>
            <a:r>
              <a:rPr b="0" lang="en-US" sz="2400" spc="-1" strike="noStrike">
                <a:solidFill>
                  <a:srgbClr val="292934"/>
                </a:solidFill>
                <a:latin typeface="Arial"/>
              </a:rPr>
              <a:t> major number registered with the kernel</a:t>
            </a:r>
            <a:endParaRPr b="0" lang="en-US" sz="2400" spc="-1" strike="noStrike">
              <a:latin typeface="Arial"/>
            </a:endParaRPr>
          </a:p>
          <a:p>
            <a:pPr>
              <a:lnSpc>
                <a:spcPct val="100000"/>
              </a:lnSpc>
              <a:spcBef>
                <a:spcPts val="479"/>
              </a:spcBef>
              <a:buNone/>
              <a:tabLst>
                <a:tab algn="l" pos="0"/>
              </a:tabLst>
            </a:pPr>
            <a:r>
              <a:rPr b="1" lang="en-US" sz="2400" spc="-1" strike="noStrike">
                <a:solidFill>
                  <a:srgbClr val="292934"/>
                </a:solidFill>
                <a:latin typeface="Arial"/>
              </a:rPr>
              <a:t>       </a:t>
            </a:r>
            <a:r>
              <a:rPr b="1" lang="en-US" sz="2400" spc="-1" strike="noStrike">
                <a:solidFill>
                  <a:srgbClr val="292934"/>
                </a:solidFill>
                <a:latin typeface="Arial"/>
              </a:rPr>
              <a:t>0</a:t>
            </a:r>
            <a:r>
              <a:rPr b="0" lang="en-US" sz="2400" spc="-1" strike="noStrike">
                <a:solidFill>
                  <a:srgbClr val="292934"/>
                </a:solidFill>
                <a:latin typeface="Arial"/>
              </a:rPr>
              <a:t> minor number, not registered with the kernel</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1" lang="en-US" sz="4000" spc="-100" strike="noStrike">
                <a:solidFill>
                  <a:srgbClr val="d2533c"/>
                </a:solidFill>
                <a:latin typeface="Arial"/>
              </a:rPr>
              <a:t>How to use device driver</a:t>
            </a:r>
            <a:endParaRPr b="0" lang="en-US" sz="4000" spc="-1" strike="noStrike">
              <a:latin typeface="Arial"/>
            </a:endParaRPr>
          </a:p>
        </p:txBody>
      </p:sp>
      <p:sp>
        <p:nvSpPr>
          <p:cNvPr id="312" name="PlaceHolder 2"/>
          <p:cNvSpPr>
            <a:spLocks noGrp="1"/>
          </p:cNvSpPr>
          <p:nvPr>
            <p:ph/>
          </p:nvPr>
        </p:nvSpPr>
        <p:spPr>
          <a:xfrm>
            <a:off x="457200" y="1600200"/>
            <a:ext cx="8228880" cy="4876200"/>
          </a:xfrm>
          <a:prstGeom prst="rect">
            <a:avLst/>
          </a:prstGeom>
          <a:noFill/>
          <a:ln w="0">
            <a:noFill/>
          </a:ln>
        </p:spPr>
        <p:txBody>
          <a:bodyPr lIns="90000" rIns="90000" tIns="45000" bIns="45000" anchor="t">
            <a:noAutofit/>
          </a:bodyPr>
          <a:p>
            <a:pPr marL="457200" indent="-457200">
              <a:lnSpc>
                <a:spcPct val="100000"/>
              </a:lnSpc>
              <a:spcBef>
                <a:spcPts val="479"/>
              </a:spcBef>
              <a:buClr>
                <a:srgbClr val="93a299"/>
              </a:buClr>
              <a:buSzPct val="85000"/>
              <a:buFont typeface="Arial"/>
              <a:buAutoNum type="arabicPeriod"/>
            </a:pPr>
            <a:r>
              <a:rPr b="0" lang="en-US" sz="2400" spc="-1" strike="noStrike">
                <a:solidFill>
                  <a:srgbClr val="292934"/>
                </a:solidFill>
                <a:latin typeface="Arial"/>
              </a:rPr>
              <a:t>Call </a:t>
            </a:r>
            <a:r>
              <a:rPr b="1" lang="en-US" sz="2400" spc="-1" strike="noStrike">
                <a:solidFill>
                  <a:srgbClr val="292934"/>
                </a:solidFill>
                <a:latin typeface="Arial"/>
              </a:rPr>
              <a:t>open() </a:t>
            </a:r>
            <a:r>
              <a:rPr b="0" lang="en-US" sz="2400" spc="-1" strike="noStrike">
                <a:solidFill>
                  <a:srgbClr val="292934"/>
                </a:solidFill>
                <a:latin typeface="Arial"/>
              </a:rPr>
              <a:t>function</a:t>
            </a: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marL="457200" indent="-457200">
              <a:lnSpc>
                <a:spcPct val="100000"/>
              </a:lnSpc>
              <a:spcBef>
                <a:spcPts val="479"/>
              </a:spcBef>
              <a:buClr>
                <a:srgbClr val="93a299"/>
              </a:buClr>
              <a:buSzPct val="85000"/>
              <a:buFont typeface="Arial"/>
              <a:buAutoNum type="arabicPeriod"/>
            </a:pPr>
            <a:r>
              <a:rPr b="0" lang="en-US" sz="2400" spc="-1" strike="noStrike">
                <a:solidFill>
                  <a:srgbClr val="292934"/>
                </a:solidFill>
                <a:latin typeface="Arial"/>
              </a:rPr>
              <a:t>Call desired command</a:t>
            </a: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tabLst>
                <a:tab algn="l" pos="0"/>
              </a:tabLst>
            </a:pPr>
            <a:endParaRPr b="0" lang="en-US" sz="2400" spc="-1" strike="noStrike">
              <a:latin typeface="Arial"/>
            </a:endParaRPr>
          </a:p>
        </p:txBody>
      </p:sp>
      <p:pic>
        <p:nvPicPr>
          <p:cNvPr id="313" name="Picture 17" descr=""/>
          <p:cNvPicPr/>
          <p:nvPr/>
        </p:nvPicPr>
        <p:blipFill>
          <a:blip r:embed="rId1"/>
          <a:stretch/>
        </p:blipFill>
        <p:spPr>
          <a:xfrm>
            <a:off x="685800" y="2286000"/>
            <a:ext cx="4609440" cy="2390040"/>
          </a:xfrm>
          <a:prstGeom prst="rect">
            <a:avLst/>
          </a:prstGeom>
          <a:ln w="0">
            <a:noFill/>
          </a:ln>
        </p:spPr>
      </p:pic>
      <p:pic>
        <p:nvPicPr>
          <p:cNvPr id="314" name="Picture 18" descr=""/>
          <p:cNvPicPr/>
          <p:nvPr/>
        </p:nvPicPr>
        <p:blipFill>
          <a:blip r:embed="rId2"/>
          <a:stretch/>
        </p:blipFill>
        <p:spPr>
          <a:xfrm>
            <a:off x="660240" y="5248440"/>
            <a:ext cx="3739680" cy="237240"/>
          </a:xfrm>
          <a:prstGeom prst="rect">
            <a:avLst/>
          </a:prstGeom>
          <a:ln w="0">
            <a:noFill/>
          </a:ln>
        </p:spPr>
      </p:pic>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Source code management</a:t>
            </a:r>
            <a:endParaRPr b="0" lang="en-US" sz="4000" spc="-1" strike="noStrike">
              <a:latin typeface="Arial"/>
            </a:endParaRPr>
          </a:p>
        </p:txBody>
      </p:sp>
      <p:sp>
        <p:nvSpPr>
          <p:cNvPr id="316" name="PlaceHolder 2"/>
          <p:cNvSpPr>
            <a:spLocks noGrp="1"/>
          </p:cNvSpPr>
          <p:nvPr>
            <p:ph/>
          </p:nvPr>
        </p:nvSpPr>
        <p:spPr>
          <a:xfrm>
            <a:off x="457200" y="1600200"/>
            <a:ext cx="8228880" cy="4876200"/>
          </a:xfrm>
          <a:prstGeom prst="rect">
            <a:avLst/>
          </a:prstGeom>
          <a:noFill/>
          <a:ln w="0">
            <a:noFill/>
          </a:ln>
        </p:spPr>
        <p:txBody>
          <a:bodyPr lIns="90000" rIns="90000" tIns="45000" bIns="45000" anchor="t">
            <a:noAutofit/>
          </a:bodyPr>
          <a:p>
            <a:pPr marL="182880" indent="-182880">
              <a:lnSpc>
                <a:spcPct val="100000"/>
              </a:lnSpc>
              <a:spcBef>
                <a:spcPts val="479"/>
              </a:spcBef>
              <a:buClr>
                <a:srgbClr val="93a299"/>
              </a:buClr>
              <a:buSzPct val="85000"/>
              <a:buFont typeface="Arial"/>
              <a:buChar char="•"/>
            </a:pPr>
            <a:r>
              <a:rPr b="1" lang="en-US" sz="2400" spc="-1" strike="noStrike">
                <a:solidFill>
                  <a:srgbClr val="292934"/>
                </a:solidFill>
                <a:latin typeface="Arial"/>
              </a:rPr>
              <a:t>Source code management </a:t>
            </a:r>
            <a:r>
              <a:rPr b="0" lang="en-US" sz="2400" spc="-1" strike="noStrike">
                <a:solidFill>
                  <a:srgbClr val="292934"/>
                </a:solidFill>
                <a:latin typeface="Arial"/>
              </a:rPr>
              <a:t>(SCM) is used to </a:t>
            </a:r>
            <a:endParaRPr b="0" lang="en-US" sz="2400" spc="-1" strike="noStrike">
              <a:latin typeface="Arial"/>
            </a:endParaRPr>
          </a:p>
          <a:p>
            <a:pPr lvl="1" marL="457200" indent="-182880">
              <a:lnSpc>
                <a:spcPct val="100000"/>
              </a:lnSpc>
              <a:spcBef>
                <a:spcPts val="400"/>
              </a:spcBef>
              <a:buClr>
                <a:srgbClr val="93a299"/>
              </a:buClr>
              <a:buSzPct val="85000"/>
              <a:buFont typeface="Arial"/>
              <a:buChar char="•"/>
            </a:pPr>
            <a:r>
              <a:rPr b="0" lang="en-US" sz="2000" spc="-1" strike="noStrike">
                <a:solidFill>
                  <a:srgbClr val="292934"/>
                </a:solidFill>
                <a:latin typeface="Arial"/>
              </a:rPr>
              <a:t>track modifications to a source code repository</a:t>
            </a:r>
            <a:endParaRPr b="0" lang="en-US" sz="2000" spc="-1" strike="noStrike">
              <a:latin typeface="Arial"/>
            </a:endParaRPr>
          </a:p>
          <a:p>
            <a:pPr lvl="1" marL="457200" indent="-182880">
              <a:lnSpc>
                <a:spcPct val="100000"/>
              </a:lnSpc>
              <a:spcBef>
                <a:spcPts val="400"/>
              </a:spcBef>
              <a:buClr>
                <a:srgbClr val="93a299"/>
              </a:buClr>
              <a:buSzPct val="85000"/>
              <a:buFont typeface="Arial"/>
              <a:buChar char="•"/>
            </a:pPr>
            <a:r>
              <a:rPr b="0" lang="en-US" sz="2000" spc="-1" strike="noStrike">
                <a:solidFill>
                  <a:srgbClr val="292934"/>
                </a:solidFill>
                <a:latin typeface="Arial"/>
              </a:rPr>
              <a:t>revert selected files back to a previous state</a:t>
            </a:r>
            <a:endParaRPr b="0" lang="en-US" sz="2000" spc="-1" strike="noStrike">
              <a:latin typeface="Arial"/>
            </a:endParaRPr>
          </a:p>
          <a:p>
            <a:pPr lvl="1" marL="457200" indent="-182880">
              <a:lnSpc>
                <a:spcPct val="100000"/>
              </a:lnSpc>
              <a:spcBef>
                <a:spcPts val="400"/>
              </a:spcBef>
              <a:buClr>
                <a:srgbClr val="93a299"/>
              </a:buClr>
              <a:buSzPct val="85000"/>
              <a:buFont typeface="Arial"/>
              <a:buChar char="•"/>
            </a:pPr>
            <a:r>
              <a:rPr b="0" lang="en-US" sz="2000" spc="-1" strike="noStrike">
                <a:solidFill>
                  <a:srgbClr val="292934"/>
                </a:solidFill>
                <a:latin typeface="Arial"/>
              </a:rPr>
              <a:t>collaborate with developers on other systems</a:t>
            </a:r>
            <a:endParaRPr b="0" lang="en-US" sz="2000" spc="-1" strike="noStrike">
              <a:latin typeface="Arial"/>
            </a:endParaRPr>
          </a:p>
          <a:p>
            <a:pPr>
              <a:lnSpc>
                <a:spcPct val="100000"/>
              </a:lnSpc>
              <a:spcBef>
                <a:spcPts val="479"/>
              </a:spcBef>
              <a:buNone/>
            </a:pP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Tracking code modifications</a:t>
            </a:r>
            <a:endParaRPr b="0" lang="en-US" sz="2400" spc="-1" strike="noStrike">
              <a:latin typeface="Arial"/>
            </a:endParaRPr>
          </a:p>
          <a:p>
            <a:pPr lvl="1" marL="457200" indent="-182880">
              <a:lnSpc>
                <a:spcPct val="100000"/>
              </a:lnSpc>
              <a:spcBef>
                <a:spcPts val="400"/>
              </a:spcBef>
              <a:buClr>
                <a:srgbClr val="93a299"/>
              </a:buClr>
              <a:buSzPct val="85000"/>
              <a:buFont typeface="Arial"/>
              <a:buChar char="•"/>
            </a:pPr>
            <a:r>
              <a:rPr b="0" lang="en-US" sz="2000" spc="-1" strike="noStrike">
                <a:solidFill>
                  <a:srgbClr val="292934"/>
                </a:solidFill>
                <a:latin typeface="Arial"/>
              </a:rPr>
              <a:t>Manual: use Linux commands such as diff, patch</a:t>
            </a:r>
            <a:endParaRPr b="0" lang="en-US" sz="2000" spc="-1" strike="noStrike">
              <a:latin typeface="Arial"/>
            </a:endParaRPr>
          </a:p>
          <a:p>
            <a:pPr lvl="1" marL="457200" indent="-182880">
              <a:lnSpc>
                <a:spcPct val="100000"/>
              </a:lnSpc>
              <a:spcBef>
                <a:spcPts val="400"/>
              </a:spcBef>
              <a:buClr>
                <a:srgbClr val="93a299"/>
              </a:buClr>
              <a:buSzPct val="85000"/>
              <a:buFont typeface="Arial"/>
              <a:buChar char="•"/>
            </a:pPr>
            <a:r>
              <a:rPr b="0" lang="en-US" sz="2000" spc="-1" strike="noStrike">
                <a:solidFill>
                  <a:srgbClr val="292934"/>
                </a:solidFill>
                <a:latin typeface="Arial"/>
              </a:rPr>
              <a:t>Auto: git, github</a:t>
            </a:r>
            <a:endParaRPr b="0" lang="en-US" sz="2000" spc="-1" strike="noStrike">
              <a:latin typeface="Arial"/>
            </a:endParaRPr>
          </a:p>
        </p:txBody>
      </p:sp>
      <p:sp>
        <p:nvSpPr>
          <p:cNvPr id="4" name="PlaceHolder 3"/>
          <p:cNvSpPr>
            <a:spLocks noGrp="1"/>
          </p:cNvSpPr>
          <p:nvPr>
            <p:ph type="sldNum" idx="5"/>
          </p:nvPr>
        </p:nvSpPr>
        <p:spPr/>
        <p:txBody>
          <a:bodyPr/>
          <a:p>
            <a:fld id="{B8C681CF-740A-427E-AC6B-00CA6C5B5A78}" type="slidenum">
              <a:t>52</a:t>
            </a:fld>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Source code management</a:t>
            </a:r>
            <a:endParaRPr b="0" lang="en-US" sz="4000" spc="-1" strike="noStrike">
              <a:latin typeface="Arial"/>
            </a:endParaRPr>
          </a:p>
        </p:txBody>
      </p:sp>
      <p:sp>
        <p:nvSpPr>
          <p:cNvPr id="318" name="PlaceHolder 2"/>
          <p:cNvSpPr>
            <a:spLocks noGrp="1"/>
          </p:cNvSpPr>
          <p:nvPr>
            <p:ph/>
          </p:nvPr>
        </p:nvSpPr>
        <p:spPr>
          <a:xfrm>
            <a:off x="457200" y="1600200"/>
            <a:ext cx="8228880" cy="4876200"/>
          </a:xfrm>
          <a:prstGeom prst="rect">
            <a:avLst/>
          </a:prstGeom>
          <a:noFill/>
          <a:ln w="0">
            <a:noFill/>
          </a:ln>
        </p:spPr>
        <p:txBody>
          <a:bodyPr lIns="90000" rIns="90000" tIns="45000" bIns="45000" anchor="t">
            <a:noAutofit/>
          </a:bodyPr>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Compare files in Linux</a:t>
            </a: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Apply changes:</a:t>
            </a: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a:p>
            <a:pPr>
              <a:lnSpc>
                <a:spcPct val="100000"/>
              </a:lnSpc>
              <a:spcBef>
                <a:spcPts val="479"/>
              </a:spcBef>
              <a:buNone/>
            </a:pPr>
            <a:endParaRPr b="0" lang="en-US" sz="2400" spc="-1" strike="noStrike">
              <a:latin typeface="Arial"/>
            </a:endParaRPr>
          </a:p>
        </p:txBody>
      </p:sp>
      <p:sp>
        <p:nvSpPr>
          <p:cNvPr id="319" name="Rectangle 4"/>
          <p:cNvSpPr/>
          <p:nvPr/>
        </p:nvSpPr>
        <p:spPr>
          <a:xfrm>
            <a:off x="1752480" y="2133000"/>
            <a:ext cx="4952160" cy="305280"/>
          </a:xfrm>
          <a:prstGeom prst="rect">
            <a:avLst/>
          </a:prstGeom>
          <a:noFill/>
          <a:ln w="0">
            <a:noFill/>
          </a:ln>
        </p:spPr>
        <p:style>
          <a:lnRef idx="0"/>
          <a:fillRef idx="0"/>
          <a:effectRef idx="0"/>
          <a:fontRef idx="minor"/>
        </p:style>
        <p:txBody>
          <a:bodyPr numCol="1" spcCol="0" lIns="0" rIns="0" tIns="0" bIns="0" anchor="ctr">
            <a:spAutoFit/>
          </a:bodyPr>
          <a:p>
            <a:pPr>
              <a:lnSpc>
                <a:spcPct val="100000"/>
              </a:lnSpc>
              <a:buNone/>
              <a:tabLst>
                <a:tab algn="l" pos="0"/>
              </a:tabLst>
            </a:pPr>
            <a:r>
              <a:rPr b="1" lang="en-US" sz="2000" spc="-1" strike="noStrike">
                <a:solidFill>
                  <a:srgbClr val="292934"/>
                </a:solidFill>
                <a:latin typeface="Consolas"/>
                <a:ea typeface="DejaVu Sans"/>
              </a:rPr>
              <a:t>diff [options] old_file new_file </a:t>
            </a:r>
            <a:endParaRPr b="0" lang="en-US" sz="2000" spc="-1" strike="noStrike">
              <a:latin typeface="Arial"/>
            </a:endParaRPr>
          </a:p>
        </p:txBody>
      </p:sp>
      <p:sp>
        <p:nvSpPr>
          <p:cNvPr id="320" name="Rectangle 4"/>
          <p:cNvSpPr/>
          <p:nvPr/>
        </p:nvSpPr>
        <p:spPr>
          <a:xfrm>
            <a:off x="1752480" y="2743920"/>
            <a:ext cx="6476400" cy="305280"/>
          </a:xfrm>
          <a:prstGeom prst="rect">
            <a:avLst/>
          </a:prstGeom>
          <a:noFill/>
          <a:ln w="0">
            <a:noFill/>
          </a:ln>
        </p:spPr>
        <p:style>
          <a:lnRef idx="0"/>
          <a:fillRef idx="0"/>
          <a:effectRef idx="0"/>
          <a:fontRef idx="minor"/>
        </p:style>
        <p:txBody>
          <a:bodyPr numCol="1" spcCol="0" lIns="0" rIns="0" tIns="0" bIns="0" anchor="ctr">
            <a:spAutoFit/>
          </a:bodyPr>
          <a:p>
            <a:pPr>
              <a:lnSpc>
                <a:spcPct val="100000"/>
              </a:lnSpc>
              <a:buNone/>
              <a:tabLst>
                <a:tab algn="l" pos="0"/>
              </a:tabLst>
            </a:pPr>
            <a:r>
              <a:rPr b="1" lang="en-US" sz="2000" spc="-1" strike="noStrike">
                <a:solidFill>
                  <a:srgbClr val="292934"/>
                </a:solidFill>
                <a:latin typeface="Consolas"/>
                <a:ea typeface="DejaVu Sans"/>
              </a:rPr>
              <a:t>diff –u old_file new_file  &gt; change.diff</a:t>
            </a:r>
            <a:endParaRPr b="0" lang="en-US" sz="2000" spc="-1" strike="noStrike">
              <a:latin typeface="Arial"/>
            </a:endParaRPr>
          </a:p>
        </p:txBody>
      </p:sp>
      <p:sp>
        <p:nvSpPr>
          <p:cNvPr id="321" name="Rectangle 4"/>
          <p:cNvSpPr/>
          <p:nvPr/>
        </p:nvSpPr>
        <p:spPr>
          <a:xfrm>
            <a:off x="1752480" y="4040640"/>
            <a:ext cx="6476400" cy="305280"/>
          </a:xfrm>
          <a:prstGeom prst="rect">
            <a:avLst/>
          </a:prstGeom>
          <a:noFill/>
          <a:ln w="0">
            <a:noFill/>
          </a:ln>
        </p:spPr>
        <p:style>
          <a:lnRef idx="0"/>
          <a:fillRef idx="0"/>
          <a:effectRef idx="0"/>
          <a:fontRef idx="minor"/>
        </p:style>
        <p:txBody>
          <a:bodyPr numCol="1" spcCol="0" lIns="0" rIns="0" tIns="0" bIns="0" anchor="ctr">
            <a:spAutoFit/>
          </a:bodyPr>
          <a:p>
            <a:pPr>
              <a:lnSpc>
                <a:spcPct val="100000"/>
              </a:lnSpc>
              <a:buNone/>
              <a:tabLst>
                <a:tab algn="l" pos="0"/>
              </a:tabLst>
            </a:pPr>
            <a:r>
              <a:rPr b="1" lang="en-US" sz="2000" spc="-1" strike="noStrike">
                <a:solidFill>
                  <a:srgbClr val="292934"/>
                </a:solidFill>
                <a:latin typeface="Consolas"/>
                <a:ea typeface="DejaVu Sans"/>
              </a:rPr>
              <a:t>patch old_file &lt; change.diff</a:t>
            </a:r>
            <a:endParaRPr b="0" lang="en-US" sz="2000" spc="-1" strike="noStrike">
              <a:latin typeface="Arial"/>
            </a:endParaRPr>
          </a:p>
        </p:txBody>
      </p:sp>
      <p:sp>
        <p:nvSpPr>
          <p:cNvPr id="4" name="PlaceHolder 3"/>
          <p:cNvSpPr>
            <a:spLocks noGrp="1"/>
          </p:cNvSpPr>
          <p:nvPr>
            <p:ph type="sldNum" idx="5"/>
          </p:nvPr>
        </p:nvSpPr>
        <p:spPr/>
        <p:txBody>
          <a:bodyPr/>
          <a:p>
            <a:fld id="{D0EAA28B-60DF-407A-99C5-614EEC8C06FD}" type="slidenum">
              <a:t>53</a:t>
            </a:fld>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Source code management</a:t>
            </a:r>
            <a:endParaRPr b="0" lang="en-US" sz="4000" spc="-1" strike="noStrike">
              <a:latin typeface="Arial"/>
            </a:endParaRPr>
          </a:p>
        </p:txBody>
      </p:sp>
      <p:sp>
        <p:nvSpPr>
          <p:cNvPr id="323" name="PlaceHolder 2"/>
          <p:cNvSpPr>
            <a:spLocks noGrp="1"/>
          </p:cNvSpPr>
          <p:nvPr>
            <p:ph/>
          </p:nvPr>
        </p:nvSpPr>
        <p:spPr>
          <a:xfrm>
            <a:off x="457200" y="1600200"/>
            <a:ext cx="8228880" cy="4876200"/>
          </a:xfrm>
          <a:prstGeom prst="rect">
            <a:avLst/>
          </a:prstGeom>
          <a:noFill/>
          <a:ln w="0">
            <a:noFill/>
          </a:ln>
        </p:spPr>
        <p:txBody>
          <a:bodyPr lIns="90000" rIns="90000" tIns="45000" bIns="45000" anchor="t">
            <a:noAutofit/>
          </a:bodyPr>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Git: Created by Linus Torvald in 2005</a:t>
            </a:r>
            <a:endParaRPr b="0" lang="en-US" sz="2400" spc="-1" strike="noStrike">
              <a:latin typeface="Arial"/>
            </a:endParaRPr>
          </a:p>
          <a:p>
            <a:pPr>
              <a:lnSpc>
                <a:spcPct val="100000"/>
              </a:lnSpc>
              <a:spcBef>
                <a:spcPts val="479"/>
              </a:spcBef>
              <a:buNone/>
            </a:pPr>
            <a:endParaRPr b="0" lang="en-US" sz="2400" spc="-1" strike="noStrike">
              <a:latin typeface="Arial"/>
            </a:endParaRPr>
          </a:p>
        </p:txBody>
      </p:sp>
      <p:pic>
        <p:nvPicPr>
          <p:cNvPr id="324" name="Picture 2" descr="Git stores data as snapshots of the project over time"/>
          <p:cNvPicPr/>
          <p:nvPr/>
        </p:nvPicPr>
        <p:blipFill>
          <a:blip r:embed="rId1"/>
          <a:stretch/>
        </p:blipFill>
        <p:spPr>
          <a:xfrm>
            <a:off x="762120" y="2209680"/>
            <a:ext cx="7619400" cy="2904480"/>
          </a:xfrm>
          <a:prstGeom prst="rect">
            <a:avLst/>
          </a:prstGeom>
          <a:ln w="0">
            <a:noFill/>
          </a:ln>
        </p:spPr>
      </p:pic>
      <p:sp>
        <p:nvSpPr>
          <p:cNvPr id="4" name="PlaceHolder 3"/>
          <p:cNvSpPr>
            <a:spLocks noGrp="1"/>
          </p:cNvSpPr>
          <p:nvPr>
            <p:ph type="sldNum" idx="5"/>
          </p:nvPr>
        </p:nvSpPr>
        <p:spPr/>
        <p:txBody>
          <a:bodyPr/>
          <a:p>
            <a:fld id="{99905819-FD72-46AC-A1A7-E00A88DC4225}" type="slidenum">
              <a:t>54</a:t>
            </a:fld>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PlaceHolder 1"/>
          <p:cNvSpPr>
            <a:spLocks noGrp="1"/>
          </p:cNvSpPr>
          <p:nvPr>
            <p:ph type="title"/>
          </p:nvPr>
        </p:nvSpPr>
        <p:spPr>
          <a:xfrm>
            <a:off x="457200" y="533520"/>
            <a:ext cx="8228880" cy="990000"/>
          </a:xfrm>
          <a:prstGeom prst="rect">
            <a:avLst/>
          </a:prstGeom>
          <a:noFill/>
          <a:ln w="0">
            <a:noFill/>
          </a:ln>
        </p:spPr>
        <p:txBody>
          <a:bodyPr lIns="90000" rIns="90000" tIns="45000" bIns="45000" anchor="ctr">
            <a:noAutofit/>
          </a:bodyPr>
          <a:p>
            <a:pPr>
              <a:lnSpc>
                <a:spcPct val="100000"/>
              </a:lnSpc>
              <a:buNone/>
            </a:pPr>
            <a:r>
              <a:rPr b="0" lang="en-US" sz="4000" spc="-100" strike="noStrike">
                <a:solidFill>
                  <a:srgbClr val="d2533c"/>
                </a:solidFill>
                <a:latin typeface="Arial"/>
              </a:rPr>
              <a:t>Source code management</a:t>
            </a:r>
            <a:endParaRPr b="0" lang="en-US" sz="4000" spc="-1" strike="noStrike">
              <a:latin typeface="Arial"/>
            </a:endParaRPr>
          </a:p>
        </p:txBody>
      </p:sp>
      <p:sp>
        <p:nvSpPr>
          <p:cNvPr id="326" name="PlaceHolder 2"/>
          <p:cNvSpPr>
            <a:spLocks noGrp="1"/>
          </p:cNvSpPr>
          <p:nvPr>
            <p:ph/>
          </p:nvPr>
        </p:nvSpPr>
        <p:spPr>
          <a:xfrm>
            <a:off x="469800" y="1500120"/>
            <a:ext cx="8228880" cy="4876200"/>
          </a:xfrm>
          <a:prstGeom prst="rect">
            <a:avLst/>
          </a:prstGeom>
          <a:noFill/>
          <a:ln w="0">
            <a:noFill/>
          </a:ln>
        </p:spPr>
        <p:txBody>
          <a:bodyPr lIns="90000" rIns="90000" tIns="45000" bIns="45000" anchor="t">
            <a:noAutofit/>
          </a:bodyPr>
          <a:p>
            <a:pPr marL="182880" indent="-182880">
              <a:lnSpc>
                <a:spcPct val="100000"/>
              </a:lnSpc>
              <a:spcBef>
                <a:spcPts val="479"/>
              </a:spcBef>
              <a:buClr>
                <a:srgbClr val="93a299"/>
              </a:buClr>
              <a:buSzPct val="85000"/>
              <a:buFont typeface="Arial"/>
              <a:buChar char="•"/>
            </a:pPr>
            <a:r>
              <a:rPr b="0" lang="en-US" sz="2400" spc="-1" strike="noStrike">
                <a:solidFill>
                  <a:srgbClr val="292934"/>
                </a:solidFill>
                <a:latin typeface="Arial"/>
              </a:rPr>
              <a:t>Git:</a:t>
            </a:r>
            <a:endParaRPr b="0" lang="en-US" sz="2400" spc="-1" strike="noStrike">
              <a:latin typeface="Arial"/>
            </a:endParaRPr>
          </a:p>
        </p:txBody>
      </p:sp>
      <p:pic>
        <p:nvPicPr>
          <p:cNvPr id="327" name="Picture 2" descr="Fast Intro to Git Internals - The Chromium Projects"/>
          <p:cNvPicPr/>
          <p:nvPr/>
        </p:nvPicPr>
        <p:blipFill>
          <a:blip r:embed="rId1"/>
          <a:stretch/>
        </p:blipFill>
        <p:spPr>
          <a:xfrm>
            <a:off x="2610000" y="1905120"/>
            <a:ext cx="3923640" cy="3609360"/>
          </a:xfrm>
          <a:prstGeom prst="rect">
            <a:avLst/>
          </a:prstGeom>
          <a:ln w="0">
            <a:noFill/>
          </a:ln>
        </p:spPr>
      </p:pic>
      <p:sp>
        <p:nvSpPr>
          <p:cNvPr id="4" name="PlaceHolder 3"/>
          <p:cNvSpPr>
            <a:spLocks noGrp="1"/>
          </p:cNvSpPr>
          <p:nvPr>
            <p:ph type="sldNum" idx="5"/>
          </p:nvPr>
        </p:nvSpPr>
        <p:spPr/>
        <p:txBody>
          <a:bodyPr/>
          <a:p>
            <a:fld id="{BE803872-FEF6-4EAD-A2C8-0EDFB9B0F992}" type="slidenum">
              <a:t>55</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Clarity</Template>
  <TotalTime>1257</TotalTime>
  <Application>LibreOffice/7.3.7.2$Linux_X86_64 LibreOffice_project/30$Build-2</Application>
  <AppVersion>15.0000</AppVersion>
  <Words>2824</Words>
  <Paragraphs>430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haduc</dc:creator>
  <dc:description/>
  <dc:language>en-US</dc:language>
  <cp:lastModifiedBy/>
  <dcterms:modified xsi:type="dcterms:W3CDTF">2024-12-14T09:40:46Z</dcterms:modified>
  <cp:revision>177</cp:revision>
  <dc:subject/>
  <dc:title>Embedded system Introduction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6</vt:i4>
  </property>
  <property fmtid="{D5CDD505-2E9C-101B-9397-08002B2CF9AE}" pid="3" name="PresentationFormat">
    <vt:lpwstr>On-screen Show (4:3)</vt:lpwstr>
  </property>
  <property fmtid="{D5CDD505-2E9C-101B-9397-08002B2CF9AE}" pid="4" name="Slides">
    <vt:i4>38</vt:i4>
  </property>
</Properties>
</file>