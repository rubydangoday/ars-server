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"/>
  </p:notesMasterIdLst>
  <p:sldIdLst>
    <p:sldId id="256" r:id="rId2"/>
    <p:sldId id="301" r:id="rId3"/>
    <p:sldId id="266" r:id="rId4"/>
    <p:sldId id="302" r:id="rId5"/>
    <p:sldId id="30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FF5F33"/>
    <a:srgbClr val="FF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2596" autoAdjust="0"/>
  </p:normalViewPr>
  <p:slideViewPr>
    <p:cSldViewPr>
      <p:cViewPr varScale="1">
        <p:scale>
          <a:sx n="72" d="100"/>
          <a:sy n="72" d="100"/>
        </p:scale>
        <p:origin x="68" y="8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A33C2-6F37-4DE9-AAF9-8ABC356AE65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E4680-6E9A-445B-9304-F7D1A27E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37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AE4680-6E9A-445B-9304-F7D1A27E0E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94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61BE-7EE5-473D-84A7-4C53642E76F3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51FE-9C5E-464A-AC70-6B909B40C0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0000" y="6501107"/>
            <a:ext cx="1422400" cy="329184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3957FE44-DABC-424D-A234-74BB9410FF2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206D-CD87-417B-A3E9-8E7F517E463E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F107-3B8C-4C3E-96B2-5FDE77B1A8A3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B7A77-E7D0-4A81-9F27-235411449FDF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5E10-1A59-4CE8-9F8F-26909B2B45ED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69CF-71D8-44A8-A43E-06A522466198}" type="datetime1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0A33-8193-44AB-9CBE-84B62B603B98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72B2-C299-428F-9DB0-AF5E4D034999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CD9-E72D-423D-873E-C8701D4E51F3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19C6-978E-42A3-A0DA-A23B7AC4704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938B7AF6-6F47-4FBA-B77D-1A1AB60E82CA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6481315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3957FE44-DABC-424D-A234-74BB9410FF2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vn/url?sa=i&amp;rct=j&amp;q=&amp;esrc=s&amp;source=images&amp;cd=&amp;cad=rja&amp;uact=8&amp;ved=0CAcQjRxqFQoTCOa4gpvXz8cCFU-ejgodsSsIRA&amp;url=http://spikeex.deviantart.com/art/Microchip-Tattoo-Design-1-42179858&amp;ei=31_iVaZNz7y6BLHXoKAE&amp;psig=AFQjCNF-y2BM98GH0MilH1ajH4XNM5xsRQ&amp;ust=144098539350373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img02.deviantart.net/aaac/i/2006/302/3/0/microchip_tattoo_design_1_by_spikeex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3535251"/>
            <a:ext cx="3322748" cy="332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b="1" dirty="0"/>
            </a:b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robot</a:t>
            </a:r>
            <a:br>
              <a:rPr lang="en-US" b="1" dirty="0"/>
            </a:br>
            <a:r>
              <a:rPr lang="en-US" b="1" dirty="0" err="1">
                <a:solidFill>
                  <a:srgbClr val="0070C0"/>
                </a:solidFill>
              </a:rPr>
              <a:t>Giới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thiệu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môn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học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Lecturer: Dr. Bui Ha Duc</a:t>
            </a:r>
          </a:p>
          <a:p>
            <a:r>
              <a:rPr lang="en-US" dirty="0"/>
              <a:t>Dept. of Mechatronics</a:t>
            </a:r>
          </a:p>
          <a:p>
            <a:r>
              <a:rPr lang="en-US" dirty="0"/>
              <a:t>Email: ducbh@hcmute.edu.vn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1066800" cy="329184"/>
          </a:xfrm>
        </p:spPr>
        <p:txBody>
          <a:bodyPr/>
          <a:lstStyle/>
          <a:p>
            <a:fld id="{3957FE44-DABC-424D-A234-74BB9410FF2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535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FAD1E-BB76-2A1B-87DC-E819C4801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tiêu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DA4D3-0973-A339-6987-C7895F7FA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9982200" cy="5029200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vi-VN" dirty="0"/>
              <a:t>Hệ thống hóa và tích hợp kiến thức từ các lĩnh vực cơ khí, điện-điện tử và lập trình điều khiển để giải quyết trọn vẹn bài toán thiết kế hệ thống robot.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vi-VN" dirty="0"/>
              <a:t>Triển khai thành thạo các giai đoạn trong quy trình thiết kế truyền thống, từ việc phân tích yêu cầu người dùng đến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,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vi-VN" dirty="0"/>
              <a:t> hoàn thiện hồ sơ kỹ thuật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Cập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,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robot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9D054-3743-8AC9-C5C1-A22EEF6CE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876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Nội</a:t>
            </a:r>
            <a:r>
              <a:rPr lang="en-US" b="1" dirty="0"/>
              <a:t> dung </a:t>
            </a:r>
            <a:r>
              <a:rPr lang="en-US" b="1" dirty="0" err="1"/>
              <a:t>chính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 err="1"/>
              <a:t>Tổng</a:t>
            </a:r>
            <a:r>
              <a:rPr lang="en-US" sz="2800" b="1" dirty="0"/>
              <a:t> </a:t>
            </a:r>
            <a:r>
              <a:rPr lang="en-US" sz="2800" b="1" dirty="0" err="1"/>
              <a:t>quan</a:t>
            </a:r>
            <a:r>
              <a:rPr lang="en-US" sz="2800" b="1" dirty="0"/>
              <a:t> </a:t>
            </a:r>
            <a:r>
              <a:rPr lang="en-US" sz="2800" b="1" dirty="0" err="1"/>
              <a:t>hệ</a:t>
            </a:r>
            <a:r>
              <a:rPr lang="en-US" sz="2800" b="1" dirty="0"/>
              <a:t> </a:t>
            </a:r>
            <a:r>
              <a:rPr lang="en-US" sz="2800" b="1" dirty="0" err="1"/>
              <a:t>thống</a:t>
            </a:r>
            <a:r>
              <a:rPr lang="en-US" sz="2800" b="1" dirty="0"/>
              <a:t> robot, </a:t>
            </a:r>
            <a:r>
              <a:rPr lang="en-US" sz="2800" b="1" dirty="0" err="1"/>
              <a:t>kết</a:t>
            </a:r>
            <a:r>
              <a:rPr lang="en-US" sz="2800" b="1" dirty="0"/>
              <a:t> </a:t>
            </a:r>
            <a:r>
              <a:rPr lang="en-US" sz="2800" b="1" dirty="0" err="1"/>
              <a:t>nối</a:t>
            </a:r>
            <a:r>
              <a:rPr lang="en-US" sz="2800" b="1" dirty="0"/>
              <a:t> </a:t>
            </a:r>
            <a:r>
              <a:rPr lang="en-US" sz="2800" b="1" dirty="0" err="1"/>
              <a:t>các</a:t>
            </a:r>
            <a:r>
              <a:rPr lang="en-US" sz="2800" b="1" dirty="0"/>
              <a:t> </a:t>
            </a:r>
            <a:r>
              <a:rPr lang="en-US" sz="2800" b="1" dirty="0" err="1"/>
              <a:t>mảng</a:t>
            </a:r>
            <a:r>
              <a:rPr lang="en-US" sz="2800" b="1" dirty="0"/>
              <a:t> </a:t>
            </a:r>
            <a:r>
              <a:rPr lang="en-US" sz="2800" b="1" dirty="0" err="1"/>
              <a:t>kiến</a:t>
            </a:r>
            <a:r>
              <a:rPr lang="en-US" sz="2800" b="1" dirty="0"/>
              <a:t> </a:t>
            </a:r>
            <a:r>
              <a:rPr lang="en-US" sz="2800" b="1" dirty="0" err="1"/>
              <a:t>thức</a:t>
            </a:r>
            <a:r>
              <a:rPr lang="en-US" sz="2800" b="1" dirty="0"/>
              <a:t> </a:t>
            </a:r>
            <a:r>
              <a:rPr lang="en-US" sz="2800" b="1" dirty="0" err="1"/>
              <a:t>Cơ</a:t>
            </a:r>
            <a:r>
              <a:rPr lang="en-US" sz="2800" b="1" dirty="0"/>
              <a:t> – </a:t>
            </a:r>
            <a:r>
              <a:rPr lang="en-US" sz="2800" b="1" dirty="0" err="1"/>
              <a:t>Điện</a:t>
            </a:r>
            <a:r>
              <a:rPr lang="en-US" sz="2800" b="1" dirty="0"/>
              <a:t> – </a:t>
            </a:r>
            <a:r>
              <a:rPr lang="en-US" sz="2800" b="1" dirty="0" err="1"/>
              <a:t>Điều</a:t>
            </a:r>
            <a:r>
              <a:rPr lang="en-US" sz="2800" b="1" dirty="0"/>
              <a:t> </a:t>
            </a:r>
            <a:r>
              <a:rPr lang="en-US" sz="2800" b="1" dirty="0" err="1"/>
              <a:t>Khiển</a:t>
            </a:r>
            <a:endParaRPr lang="en-US" sz="2800" b="1" dirty="0"/>
          </a:p>
          <a:p>
            <a:r>
              <a:rPr lang="en-US" sz="2800" b="1" dirty="0"/>
              <a:t>Quy </a:t>
            </a:r>
            <a:r>
              <a:rPr lang="en-US" sz="2800" b="1" dirty="0" err="1"/>
              <a:t>trình</a:t>
            </a:r>
            <a:r>
              <a:rPr lang="en-US" sz="2800" b="1" dirty="0"/>
              <a:t> </a:t>
            </a:r>
            <a:r>
              <a:rPr lang="en-US" sz="2800" b="1" dirty="0" err="1"/>
              <a:t>thiết</a:t>
            </a:r>
            <a:r>
              <a:rPr lang="en-US" sz="2800" b="1" dirty="0"/>
              <a:t> </a:t>
            </a:r>
            <a:r>
              <a:rPr lang="en-US" sz="2800" b="1" dirty="0" err="1"/>
              <a:t>kế</a:t>
            </a:r>
            <a:r>
              <a:rPr lang="en-US" sz="2800" b="1" dirty="0"/>
              <a:t> robot</a:t>
            </a:r>
          </a:p>
          <a:p>
            <a:pPr lvl="1"/>
            <a:r>
              <a:rPr lang="en-US" sz="2400" dirty="0"/>
              <a:t>Phân </a:t>
            </a:r>
            <a:r>
              <a:rPr lang="en-US" sz="2400" dirty="0" err="1"/>
              <a:t>tích</a:t>
            </a:r>
            <a:r>
              <a:rPr lang="en-US" sz="2400" dirty="0"/>
              <a:t>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Xác </a:t>
            </a:r>
            <a:r>
              <a:rPr lang="en-US" sz="2400" dirty="0" err="1"/>
              <a:t>lập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endParaRPr lang="en-US" sz="2400" dirty="0"/>
          </a:p>
          <a:p>
            <a:pPr lvl="1"/>
            <a:r>
              <a:rPr lang="en-US" sz="2400" dirty="0" err="1"/>
              <a:t>Xây</a:t>
            </a:r>
            <a:r>
              <a:rPr lang="en-US" sz="2400" dirty="0"/>
              <a:t> </a:t>
            </a:r>
            <a:r>
              <a:rPr lang="en-US" sz="2400" dirty="0" err="1"/>
              <a:t>dựng</a:t>
            </a:r>
            <a:r>
              <a:rPr lang="en-US" sz="2400" dirty="0"/>
              <a:t> </a:t>
            </a:r>
            <a:r>
              <a:rPr lang="vi-VN" sz="2400" dirty="0"/>
              <a:t>và Lựa chọn phương án</a:t>
            </a:r>
            <a:r>
              <a:rPr lang="en-US" sz="2400" dirty="0"/>
              <a:t> </a:t>
            </a:r>
            <a:r>
              <a:rPr lang="en-US" sz="2400" dirty="0" err="1"/>
              <a:t>thiết</a:t>
            </a:r>
            <a:r>
              <a:rPr lang="en-US" sz="2400" dirty="0"/>
              <a:t> </a:t>
            </a:r>
            <a:r>
              <a:rPr lang="en-US" sz="2400" dirty="0" err="1"/>
              <a:t>kế</a:t>
            </a:r>
            <a:endParaRPr lang="en-US" sz="2400" dirty="0"/>
          </a:p>
          <a:p>
            <a:pPr lvl="1"/>
            <a:r>
              <a:rPr lang="en-US" sz="2400" dirty="0"/>
              <a:t>Thiết </a:t>
            </a:r>
            <a:r>
              <a:rPr lang="en-US" sz="2400" dirty="0" err="1"/>
              <a:t>kế</a:t>
            </a:r>
            <a:r>
              <a:rPr lang="en-US" sz="2400" dirty="0"/>
              <a:t> chi </a:t>
            </a:r>
            <a:r>
              <a:rPr lang="en-US" sz="2400" dirty="0" err="1"/>
              <a:t>tiết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chọn</a:t>
            </a:r>
            <a:r>
              <a:rPr lang="en-US" sz="2400" dirty="0"/>
              <a:t> </a:t>
            </a:r>
            <a:r>
              <a:rPr lang="en-US" sz="2400" dirty="0" err="1"/>
              <a:t>thiết</a:t>
            </a:r>
            <a:r>
              <a:rPr lang="en-US" sz="2400" dirty="0"/>
              <a:t> </a:t>
            </a:r>
            <a:r>
              <a:rPr lang="en-US" sz="2400" dirty="0" err="1"/>
              <a:t>bị</a:t>
            </a:r>
            <a:endParaRPr lang="en-US" sz="2400" dirty="0"/>
          </a:p>
          <a:p>
            <a:pPr lvl="1"/>
            <a:r>
              <a:rPr lang="en-US" sz="2400" dirty="0"/>
              <a:t>Xây </a:t>
            </a:r>
            <a:r>
              <a:rPr lang="en-US" sz="2400" dirty="0" err="1"/>
              <a:t>dựng</a:t>
            </a:r>
            <a:r>
              <a:rPr lang="en-US" sz="2400" dirty="0"/>
              <a:t> </a:t>
            </a:r>
            <a:r>
              <a:rPr lang="en-US" sz="2400" dirty="0" err="1"/>
              <a:t>hồ</a:t>
            </a:r>
            <a:r>
              <a:rPr lang="en-US" sz="2400" dirty="0"/>
              <a:t> </a:t>
            </a:r>
            <a:r>
              <a:rPr lang="en-US" sz="2400" dirty="0" err="1"/>
              <a:t>sơ</a:t>
            </a:r>
            <a:r>
              <a:rPr lang="en-US" sz="2400" dirty="0"/>
              <a:t> </a:t>
            </a:r>
            <a:r>
              <a:rPr lang="en-US" sz="2400" dirty="0" err="1"/>
              <a:t>kỹ</a:t>
            </a:r>
            <a:r>
              <a:rPr lang="en-US" sz="2400" dirty="0"/>
              <a:t> </a:t>
            </a:r>
            <a:r>
              <a:rPr lang="en-US" sz="2400" dirty="0" err="1"/>
              <a:t>thuật</a:t>
            </a:r>
            <a:endParaRPr lang="en-US" sz="2400" dirty="0"/>
          </a:p>
          <a:p>
            <a:r>
              <a:rPr lang="en-US" sz="2800" b="1" dirty="0" err="1"/>
              <a:t>Mô</a:t>
            </a:r>
            <a:r>
              <a:rPr lang="en-US" sz="2800" b="1" dirty="0"/>
              <a:t> </a:t>
            </a:r>
            <a:r>
              <a:rPr lang="en-US" sz="2800" b="1" dirty="0" err="1"/>
              <a:t>phỏng</a:t>
            </a:r>
            <a:r>
              <a:rPr lang="en-US" sz="2800" b="1" dirty="0"/>
              <a:t> </a:t>
            </a:r>
            <a:r>
              <a:rPr lang="en-US" sz="2800" b="1" dirty="0" err="1"/>
              <a:t>và</a:t>
            </a:r>
            <a:r>
              <a:rPr lang="en-US" sz="2800" b="1" dirty="0"/>
              <a:t> </a:t>
            </a:r>
            <a:r>
              <a:rPr lang="en-US" sz="2800" b="1" dirty="0" err="1"/>
              <a:t>kiểm</a:t>
            </a:r>
            <a:r>
              <a:rPr lang="en-US" sz="2800" b="1" dirty="0"/>
              <a:t> </a:t>
            </a:r>
            <a:r>
              <a:rPr lang="en-US" sz="2800" b="1" dirty="0" err="1"/>
              <a:t>chứng</a:t>
            </a:r>
            <a:r>
              <a:rPr lang="en-US" sz="2800" b="1" dirty="0"/>
              <a:t> </a:t>
            </a:r>
            <a:r>
              <a:rPr lang="en-US" sz="2800" b="1" dirty="0" err="1"/>
              <a:t>thiết</a:t>
            </a:r>
            <a:r>
              <a:rPr lang="en-US" sz="2800" b="1" dirty="0"/>
              <a:t> </a:t>
            </a:r>
            <a:r>
              <a:rPr lang="en-US" sz="2800" b="1" dirty="0" err="1"/>
              <a:t>kế</a:t>
            </a:r>
            <a:endParaRPr lang="en-US" sz="2800" b="1" dirty="0"/>
          </a:p>
          <a:p>
            <a:pPr lvl="1"/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phỏng</a:t>
            </a:r>
            <a:r>
              <a:rPr lang="en-US" sz="2400" dirty="0"/>
              <a:t>  </a:t>
            </a:r>
            <a:r>
              <a:rPr lang="en-US" sz="2400" dirty="0" err="1"/>
              <a:t>động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, </a:t>
            </a:r>
            <a:r>
              <a:rPr lang="en-US" sz="2400" dirty="0" err="1"/>
              <a:t>động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endParaRPr lang="en-US" sz="2400" dirty="0"/>
          </a:p>
          <a:p>
            <a:pPr lvl="1"/>
            <a:r>
              <a:rPr lang="en-US" sz="2400" dirty="0"/>
              <a:t>Phân </a:t>
            </a:r>
            <a:r>
              <a:rPr lang="en-US" sz="2400" dirty="0" err="1"/>
              <a:t>tích</a:t>
            </a:r>
            <a:r>
              <a:rPr lang="en-US" sz="2400" dirty="0"/>
              <a:t> </a:t>
            </a:r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nghiệm</a:t>
            </a:r>
            <a:r>
              <a:rPr lang="en-US" sz="2400" dirty="0"/>
              <a:t> </a:t>
            </a:r>
            <a:r>
              <a:rPr lang="en-US" sz="2400" dirty="0" err="1"/>
              <a:t>bền</a:t>
            </a:r>
            <a:r>
              <a:rPr lang="en-US" sz="2400" dirty="0"/>
              <a:t>,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endParaRPr lang="en-US" sz="2400" dirty="0"/>
          </a:p>
          <a:p>
            <a:r>
              <a:rPr lang="en-US" sz="2800" b="1" dirty="0"/>
              <a:t>Chế </a:t>
            </a:r>
            <a:r>
              <a:rPr lang="en-US" sz="2800" b="1" dirty="0" err="1"/>
              <a:t>tạo</a:t>
            </a:r>
            <a:r>
              <a:rPr lang="en-US" sz="2800" b="1" dirty="0"/>
              <a:t> </a:t>
            </a:r>
            <a:r>
              <a:rPr lang="en-US" sz="2800" b="1" dirty="0" err="1"/>
              <a:t>mẫu</a:t>
            </a:r>
            <a:r>
              <a:rPr lang="en-US" sz="2800" b="1" dirty="0"/>
              <a:t> </a:t>
            </a:r>
            <a:r>
              <a:rPr lang="en-US" sz="2800" b="1" dirty="0" err="1"/>
              <a:t>thử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543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5FA8-48E1-3B0E-82E4-47E837631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Tài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tham</a:t>
            </a:r>
            <a:r>
              <a:rPr lang="en-US" b="1" dirty="0"/>
              <a:t> </a:t>
            </a:r>
            <a:r>
              <a:rPr lang="en-US" b="1" dirty="0" err="1"/>
              <a:t>khảo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30A41-CE74-9AE3-8221-D1ADCC1B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4A4E1-F5B9-AFDF-CECC-72487AB48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6272002" cy="48768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vi-VN" dirty="0"/>
              <a:t>Shigley's Mechanical Engineering</a:t>
            </a:r>
            <a:r>
              <a:rPr lang="vi-VN" b="1" dirty="0"/>
              <a:t> : </a:t>
            </a:r>
            <a:r>
              <a:rPr lang="vi-VN" dirty="0"/>
              <a:t>Kinh thánh trong thiết kế cơ khí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vi-VN" dirty="0"/>
              <a:t>File hướng dẫn sinh viên trình bài tính toán, trình bài bản vẽ của thầy Mai Đức Đãi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vi-VN" dirty="0"/>
              <a:t>Tính toán thiết kế hệ thống dẫn động cơ khí của thầy Trịnh Chất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vi-VN" dirty="0"/>
              <a:t>Mechanisms and Mechanical Devices Sourcebook : từ điển về các loại kết cấu cơ khí</a:t>
            </a:r>
            <a:endParaRPr lang="en-US" sz="2800" b="1" dirty="0"/>
          </a:p>
        </p:txBody>
      </p:sp>
      <p:pic>
        <p:nvPicPr>
          <p:cNvPr id="1026" name="Picture 2" descr="Amazon.com: Shigley's Mechanical Engineering Design: 9780073398204:  Budynas, Richard, Nisbett, Keith: Books">
            <a:extLst>
              <a:ext uri="{FF2B5EF4-FFF2-40B4-BE49-F238E27FC236}">
                <a16:creationId xmlns:a16="http://schemas.microsoft.com/office/drawing/2014/main" id="{19F8C99D-B3BE-E874-AEBC-DB5972F71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219200"/>
            <a:ext cx="1933787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ua Mechanisms and Mechanical Devices Sourcebook, 5th Edition trên Amazon  Mỹ chính hãng 2026 | Fado">
            <a:extLst>
              <a:ext uri="{FF2B5EF4-FFF2-40B4-BE49-F238E27FC236}">
                <a16:creationId xmlns:a16="http://schemas.microsoft.com/office/drawing/2014/main" id="{77E57635-D4F4-57B2-007F-0515BAF84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0745" y="1026480"/>
            <a:ext cx="1950804" cy="263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E29A93-35CF-9CFE-C51D-A3906FA31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974" y="3810000"/>
            <a:ext cx="3149425" cy="228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63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1D2B6-99BC-0ACF-EB9D-7FC1EE322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đánh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4017B-052D-F6C8-6A2C-5DB3A01E5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5837"/>
            <a:ext cx="8686800" cy="4876800"/>
          </a:xfrm>
        </p:spPr>
        <p:txBody>
          <a:bodyPr/>
          <a:lstStyle/>
          <a:p>
            <a:r>
              <a:rPr lang="en-US" b="1" dirty="0"/>
              <a:t>Quizzes and Project – 50%</a:t>
            </a:r>
          </a:p>
          <a:p>
            <a:pPr marL="674687" indent="-342900">
              <a:buFont typeface="Wingdings" panose="05000000000000000000" pitchFamily="2" charset="2"/>
              <a:buChar char="§"/>
            </a:pPr>
            <a:r>
              <a:rPr lang="en-US" dirty="0"/>
              <a:t> Phases report</a:t>
            </a:r>
          </a:p>
          <a:p>
            <a:pPr marL="674687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r>
              <a:rPr lang="en-US" b="1" dirty="0"/>
              <a:t>Final Examination – 50%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DD4F4-AF54-DA5F-A834-3837C51A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C2E147F-5878-5C32-959D-CF9A38F89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146" y="2093976"/>
            <a:ext cx="3479006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58276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5549</TotalTime>
  <Words>294</Words>
  <Application>Microsoft Office PowerPoint</Application>
  <PresentationFormat>Widescreen</PresentationFormat>
  <Paragraphs>37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Clarity</vt:lpstr>
      <vt:lpstr>  Thiết kế robot Giới thiệu môn học</vt:lpstr>
      <vt:lpstr>Mục tiêu</vt:lpstr>
      <vt:lpstr>Nội dung chính</vt:lpstr>
      <vt:lpstr>Tài liệu tham khảo</vt:lpstr>
      <vt:lpstr>Kiểm tra đánh giá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Thực tập vi điều khiển</dc:title>
  <dc:creator>haduc</dc:creator>
  <cp:lastModifiedBy>duc b</cp:lastModifiedBy>
  <cp:revision>607</cp:revision>
  <dcterms:created xsi:type="dcterms:W3CDTF">2015-08-30T01:38:28Z</dcterms:created>
  <dcterms:modified xsi:type="dcterms:W3CDTF">2026-05-03T09:26:19Z</dcterms:modified>
</cp:coreProperties>
</file>